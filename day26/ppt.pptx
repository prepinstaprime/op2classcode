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1:46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3493 1221 29570,'-2'-6'-2694,"1"1"6041,1 5-2828,-28-18-1370,15 37 1766,-24 0-626,29 10 0,5 8-935,-1 0 0,1 2-3495,5 10 1,2 0 4107,-1-12 1,2-3-1,6 25 1,-5-39 0</inkml:trace>
  <inkml:trace contextRef="#ctx0" brushRef="#br0" timeOffset="317">3258 1503 13244,'-7'-45'645,"0"0"0,0 0 1,-2-19-1,5 3 105,8 18 1,4 3-501,0 1 1,4 2 191,8 0 1,4 2-613,0 9 1,1 3 475,1 3 0,1 4-403,7 5 0,1 7-201,-1 6 1,0 4 193,11 5 0,2 6-31,-10 4 1,0 6 0,-3 2-157,8 12 1,-7 7 46,-10-3 1,-4 5-1,-10-1 144,-13-2 1,-9-1-1,-1-1 63,-1 12 0,-9-2 55,-14-8 0,-11-2 0,0-6 30,-1-6 1,-2-4-26,11-5 0,-3 1 1,1-3 39,-16 3 1,3-6 98,16-9 0,1-3-356,-5-4 1,3-6-3294,-3-22 3489,20-15 0,21 10 0,4 9 0</inkml:trace>
  <inkml:trace contextRef="#ctx0" brushRef="#br0" timeOffset="1000">4072 1429 32326,'12'-45'-1371,"5"24"1750,3 67-1945,3 3 571,3 8 226,-6-16 149,-2-10 158,-5-12-660,6-5 728,-3-15 282,4-4 1083,9-31-319,-11 11-426,1-10 0,1-2 223,4-13-179,-8 14 0,0 0 400,8-17-210,-5 12-820,-5 13-387,-7 12 132,-3 11 252,-4 9 78,-5 28 16,-5 14 110,1-8 1,-1 3-239,1-8 1,-1 2 330,-4 11 0,-1 5-961,-4 8 1,0 2 648,7-19 1,0 1 0,0 0-133,-6 18 1,3 0-1387,4-8 0,4-5 1635,3 15 1,2-17-1,3-18 1</inkml:trace>
  <inkml:trace contextRef="#ctx0" brushRef="#br0" timeOffset="2549">4874 1400 19423,'0'-6'4503,"0"1"-3540,0 5-913,-8 11-55,5 7 2,-3 12 0,-1 4 3,-1 27-102,1-17 0,-1 0 113,0-12 1,0-2-1,-10 20 6,3-15 145,5-14 29,4-12 319,3-11-471,3-5 118,0-25-23,6-2-10,4-23-12,10 3 158,6 1-258,-3 14 10,15-4-44,-17 26-1,27-6-38,-15 22-18,15 10 46,-16 4-141,4 18-504,-6 14-229,-1 3 240,-13-18 1,0-2-976,15 13-374,6-11-68,9-15 920,7-12 996,-10-9 291,-9-7 0,-1-3 549,12-15-137,-15 8 0,0-3-115,8-20 151,-12 8 98,-12 8 0,-3 0 228,-1-11-40,2-15-202,-16 24-442,-3 12 39,-15 10-96,-16 18-105,-4 9-29,-11 17 778,12 6-795,9 5-44,12-1-39,14-3 44,10-12 103,23 1-108,2-18 34,17 0 16,-13-14 62,9-17-40,-17-2 34,7-13 51,-14 2 33,-5 0-61,-7 6 240,-3-5 91,-3 12-292,-1 0 44,0 10-134,-3 8-55,-1 10 21,-3 9-10,-2 16-57,2 11-117,3 8-320,6 3-739,7-1 314,2-15-2806,17 3-712,-2-28-1820,15-1 3663,-11-21 2431,21-24 2694,-17-3-546,-9 8 0,-1-2 1270,7-23-304,-6-3-588,-6 3-649,-6 6-80,-4 3-1231,-4 18 212,-2 0-295,-1 19-304,0 0 11,-1 18 6,2 9 0,0 20-5,1 9-1,-3 8-5,-6 2-17,-2 0-29,-2-8 13,3-13-1,3-15 90,4-14 55,5-14-66,4-14 22,8-13 50,3-15-55,1-8-12,0-4 0,-1 3-22,2 6-28,-4 16 217,6 2-200,-6 18-34,8-1-28,-2 15 28,4 10 0,-1 14 5,-1 13-10,-8 8 5,-6 3 5,-4-5 35,0-4-29,-2-17 0,2-5-5,4-15 50,2-10-28,9-9-3370,10-25 3364,-10 10-66,9-19 123,-13 19-18,4-4-10,-3 9-29,-3 10-28,1 7 3374,-1 7-3390,5 10 152,0 8-80,2 10-22,0 4-17,-1-1 6,4-3 11,2-7-22,6-7-17,3-11 39,2-12-23,0-11 6,-2-12 23,-5-8 11,-6-3 89,-6 2-5,-8 8 17,-6 11-1,-4 11-139,-2 7-1,-1 8 7,-2 8-12,0 11 5,-2 11 6,1 9-27,1 5-248,5 2-637,5-1-5507,12 2 6408,-4-17 0,-1-9 0,-10-18 0</inkml:trace>
  <inkml:trace contextRef="#ctx0" brushRef="#br0" timeOffset="2732">7317 982 21618,'-3'-6'1417,"0"2"-7108,3 4 5691,-4 1 0,3 0 0,-3 0 0</inkml:trace>
  <inkml:trace contextRef="#ctx0" brushRef="#br0" timeOffset="2982">7845 1179 23847,'5'-6'2303,"-1"0"-1665,-4 6-498,0 0 78,-90 12-1472,33 10 1280,15-11 0,-5 0 0,6 5-7,1 14 1,7 4-12,10-4 1,4 0-1,2-1 1,6 1-47,23 25 15,20-16-95,3-14 1,6-3-334,-1-6 0,1-3-115,1-2 1,1-2 565,8-5 0,-6-2 0,-11 0 0,15-2 0</inkml:trace>
  <inkml:trace contextRef="#ctx0" brushRef="#br0" timeOffset="3716">9334 1464 25110,'26'-55'603,"0"1"1,0-1-1,-5 8 1,-1 2-1,-4 7-447,0-7 577,-16 24-1229,-6 19 310,-6 19-124,-6 24 195,8-8 0,-1 4-671,-1 10 1,1 3 602,1-7 0,0 1 70,2-4 1,0 3 0,-1 0-35,0 5 1,-1 2-1,1-2 42,-2 11 0,0 1-108,2 0 0,0 3 1,2-8-69,3-15 1,2-3-42,0 12 0,1-5 430,1-9-528,3-19 90,0-43 375,0-15-6,-2 3 0,0-6 3,-3-7 0,0-1-630,0 7 1,-1-3 637,-1 6 1,-1-3-1,0-1 71,-1-2 1,1-1-1,-1 0-15,1 0 1,-1 0-1,0 0-54,1 3 1,0 1-1,0 1 75,0-2 0,0 1 0,1 5 266,1 8 1,1 1-353,0-10 0,1-4 0,3 5-80,16-19-9,-2 20 1,6 3-1,6 15 0,4 7 17,5 4 1,2 7 10,3 7 1,-1 6 5,-7 0 0,-2 6 0,5 12 0,-3 10-523,-7 14 1,-6 6 496,-2 0 1,-7 4-441,-8-12 1,-5 1 0,-4-4 473,-6 1 1,-7-4 14,-8-6 1,-7-2-1,0-3 235,-2-4 0,-2-3-261,-15 9 1,0-5-175,16-15 1,3-6-2188,-16-14 2378,24-26 0,14 10 0,11-7 0</inkml:trace>
  <inkml:trace contextRef="#ctx0" brushRef="#br0" timeOffset="4399">10097 901 18610,'-3'2'3871,"0"0"-2941,3-2-634,-8 73-111,19-37-154,-12 7 0,5 1 75,34 2-61,-15-14 45,4 13-18,-18-16 164,-29 13-74,-8-17 34,-24 10 95,-1-21 242,6-6 72,13-11-202,16-5-291,12-3-6,30-20-106,17 0-201,-6 7 1,3 0 203,5 1 0,1 1-860,2-1 0,-1 2 857,-10 4 0,1 1 5,9-6 1,-1 1-234,12-4 225,-18 7 0,-2 1 9,9-1 16,-16 6 306,-16 7-295,-9 4 1749,-4 1-1754,-11 8 312,-4 4-323,-15 12-34,3 4 6,2 5 0,11 2 28,9 2 0,9-6-17,12 5 0,12-9-23,24 6 34,-1-13 12,10-6-12,-13-15 39,-5-10 34,-7-9 17,-10-7 6,-12-8-35,-11-3-21,-15-6-18,-9-2 7,-9 2-7,-4 7-10,0 8-23,3 12-56,4 9-34,6 11-89,5 11-208,7 15-542,10 12 122,6-3-2019,8-7 1,6-1 2825,25 11 0,-9-2 0,-4-19 0</inkml:trace>
  <inkml:trace contextRef="#ctx0" brushRef="#br0" timeOffset="4834">11427 1128 23791,'14'-49'803,"1"1"0,-3 5 0,-10 9-557,-30 24-94,-19 14-57,-13 13-471,9 4 395,14 2 1,3 3-771,-4 12 745,15-15 0,3 1 256,7 27-256,23-22 34,16 8 0,18-22 34,8-11 61,0-14 285,-3-10-116,-10-9 32,-9-3 684,-11 2-751,-9 2-5,-6 6-200,-4 8-52,0 7 0,0 6 0,0 13 0,0 19 0,-3 30 0,-1-17 0,-2 3-850,-3 12 1,-3 2 849,1-15 0,-1 1 0,-2 1 0,-2 4 0,-1 1 0,-1 0 0,-2 1 0,0-1 0,0 0-42,1-4 1,-1 0 0,2-2-13,-5 13 1,1-5-31,5-14 0,3-3-123,-4 6-196,9-22-471,5-25-745,9-24-6452,10-28 8071,-5 23 0,0 2 0,1-3 0,-6 20 0</inkml:trace>
  <inkml:trace contextRef="#ctx0" brushRef="#br0" timeOffset="5607">11656 873 25051,'24'39'61,"-1"1"1,2-1 0,3-2-54,1-5 1,0-3-6,-5-6 0,0 1-9,10 17 0,-4 2-5,-6 8-457,-6-16 0,-4 0 502,-19 12 381,-12-19-268,-12 0 221,-10-11-71,1-10 61,6-13-10,9-7 425,10-11-566,7-8-145,14-7-51,27-12-22,-3 25 0,2 1-1,-3 3 1,1 2-192,4 3 1,0 3 140,-4 5 1,-1 0-51,1 1 0,2 1-28,7-2 0,1 1-42,-3 1 0,-1 1 5,-3 1 1,-1 1-65,28-5 180,-19 2 83,13-15 23,-30 4-6,7-6 112,-23 3 29,-7 6 27,-7-3-11,-10 5 117,-27 4-139,-5 10-118,-5 3 39,0 15-56,13 7 327,-7 11-372,23-11 1,2 1-1,-5 19 1,7 0-1,24-9 6,14-8 11,4-4 20,7-11 0,3-4-14,7-3 5,17-3-16,-22-17 61,-6-18-17,-3-5 34,-3-12-28,-15 15 107,-4-6 111,-4 12 23,-1 0-79,-1 10-78,-1 7-151,-1 7 0,1 3-34,-1 6 17,-2 8 6,-1 14-185,1 26-12,3-11-551,7 0 0,3-2-59,3-2-443,2-4 1,2-2-4868,10-1 6139,3-2 0,-10-16 0,-8-9 0</inkml:trace>
  <inkml:trace contextRef="#ctx0" brushRef="#br0" timeOffset="6206">12942 1186 19539,'12'-56'1209,"0"-1"1,-2 7 0,-2 6 645,-1 6-1693,-4 17 580,-1 10-725,1 21 299,0 2-277,3 28 12,-2 22-40,-1-27 0,-2 1-434,-2 8 0,-1-1 435,-2 13-7,-3-23 1,-1-2 189,-4 12-195,-3 1 100,5-17 35,4-14-68,3-12-17,3-17 1678,0-28-1706,1-12 0,2 10 1,1-2-349,1-10 328,3 17 1,0 3 9,2 6 10,11-16-22,7 15 0,3 5 22,8 10-22,-6 17 0,-6 7 0,4 17 23,-4 24-23,-5-5-6,-11-1 1,-3 3-77,-7 10 85,-2-17 0,-2 0-3,-5 6-11,-4-4 55,7-25-21,-1 0 50,8-21-29,5-13-32,1-4 21,9-22-25,-6 15 1,2 0-4,1 0 1,0-1-199,5-5 0,0 2 193,8-5 22,15-3-10,-12 24-1,12-1 6,-10 23-29,-2 15 12,-4 15 12,-2 12-15,-12-13 0,-1 0-8,3 13-31,-6-13 0,0-1-378,-2 10-1277,0 11 1697,-7 0 0,0-24 0,-2-4 0</inkml:trace>
  <inkml:trace contextRef="#ctx0" brushRef="#br0" timeOffset="7407">14004 980 29804,'0'-3'74,"0"0"180,0 3-443,8-45-309,-3 38 42,5-30 435,-5 70-171,-3 7-609,-3-1 0,-1 2 536,-3 13 174,1-23 0,-2 0-339,-11 24 216,2-15 62,-7 13 64,9-30 271,0-6 69,8-12-84,-2-7-84,3-11 6,-1-12-3437,2-12 3369,1 2-20,6 4 0,3-3 71,9-15-34,-3 13 1,2 1-279,15-17 267,-5 17 17,10 0-29,-8 23-10,12-2-17,-2 24 3209,-6 2-3184,-6 12 0,-1 4-3,1 6 8,0 11 1,-1 3-1320,-6 12 1297,-6-25 1,-3 2 207,-7-2 1,-3-3-200,-6 4 33,-5 9 6,3-28 61,1-8-72,7-12-1,-1-19 1,7-7-23,-1-8 11,9-12 79,8-6-22,2 0-60,-9 24 1,1 2 2,12-11-11,1 10-5,0 10 1482,1 9-1477,0 14 31,-7 4-14,16 36-17,-21-17 1,11 23-18,-14-2-5,-3-9 22,5 12-17,-1-20-5,2-10 28,6-8 11,8-10-11,9-11 28,4-11-17,0-11 16,-4-8-16,-8-4 17,-6-2 28,-8 6 11,-5 9 28,-7 10-50,-2 9-51,-3 8-34,-1 1 35,5 14-12,2 6-12,7 16 18,0 6-28,0 6-79,1 1-297,1-2-548,2-4-1200,0-8 2146,1-10 0,-9-11 0,-1-7 0</inkml:trace>
  <inkml:trace contextRef="#ctx0" brushRef="#br0" timeOffset="7583">15107 662 23567,'-16'6'-1076,"6"5"1,22 19 0,-5-11 0</inkml:trace>
  <inkml:trace contextRef="#ctx0" brushRef="#br0" timeOffset="8373">15424 1005 25774,'10'-42'476,"-1"-1"0,-1 5 0,-2 10-537,-4 21-6,-2 14 78,1 17 0,1 4 25,1 8 1,1 3-26,2 19-174,-2-16 0,0 0 152,0 17-1,-1-14 35,-2-13 22,2-16 16,-2-9 348,9-15-303,4-10-66,4-5 38,10-19-44,-1 1 5,9-11-28,2 2-270,0 8 259,-1 11 257,-1 13-302,-1 13-39,-2 16-28,-3 12-28,-6 12-146,-4 7-184,-5 3-415,0 1-639,5-1-716,13-5-975,16-7 1157,-16-21 1,2-4 1300,6-1 1,1-5 826,1-4 0,1-4 485,-2-4 0,-1-3 629,-5-5 1,-3-3 100,-5-1 1,-3-5-1382,-5-7 0,-4-1 695,1-13-115,-12 13 1,-5 2 193,-11-8-258,-9-3-196,-9 13 593,-3 13-829,2 13 187,1 18-186,3 15 6,3 19-7,7-2-13,9-6 0,3 1-14,11 12 27,-1-15 1,4-2 39,26 9 28,-9-21 135,12-11 61,-11-26 106,10-12 23,2-17-149,-18 12 1,-1-2-2194,9-20 2113,-6 4 55,-15 22-157,-6 19 2185,-3 12-2241,-6 26-1114,-2 7 0,-2 4 1125,2-7 1,0 1 1,-2 4 1,-1 5 0,0-1 563,-3 9 1,0 1-582,3-6 1,-1 3 0,1 2-225,0-2 0,1 3 0,-1 0 1,2-1 20,-3 10 0,1-1 0,0-1 34,1 1 0,0-2 0,0-1-297,0-8 0,1-2 0,-1-5-297,-1 0 0,-3-3-731,-1 3 0,-4-5 1504,-20 6 0,17-25 0,2-15 0</inkml:trace>
  <inkml:trace contextRef="#ctx0" brushRef="#br0" timeOffset="9223">11045 2206 14678,'6'-7'3400,"-1"2"-1736,-5 5-746,0 0-772,0 3 179,0 2-118,0 1 572,0 8-141,-1-4-335,0 3 190,-2-4 291,-2-5-252,-1 0-353,-1-4 39,-5-8 152,-14-22-269,6 7 106,-10-26-44,19 12-68,6-15-61,18-7-437,1 27 1,5 0 410,8-3 1,4 1-9,7-1 0,4 1-14,5 1 0,-1 2-11,-7 6 0,-1 2-99,6-1 1,0 3-1274,-9 5 1,-2 2-3520,-3 1 1,0 1 4012,13-4 0,-29 12 0,-11 2 0</inkml:trace>
  <inkml:trace contextRef="#ctx0" brushRef="#br0" timeOffset="10216">17441 870 25868,'-9'-36'-186,"1"-1"1,-6-21-350,11 59 273,-2 5 134,-1 3 78,-14 20-21,4-1 17,-4 6-316,8-2 353,9-5 17,2-6 173,8-3-10,-2-14 218,11-5-225,-6-5 343,21-29-364,-17 16 134,13-29-34,-20 19-45,-2-5-11,-3 4 34,-9 6-185,3 10-50,-12 4-51,0 11 39,-4 3-106,-8 12-537,-7 20-595,0 7-308,16-14 1,2 4 1337,6 0 1,3 0 0,-2 3-1,7 0 1</inkml:trace>
  <inkml:trace contextRef="#ctx0" brushRef="#br0" timeOffset="10556">17580 1282 15709,'-3'-2'5338,"1"1"-4616,2 1-357,-60 8-304,42-3 15,-18 3 0,4 4-4,25 4-16,-2 7-16,7-1 27,4-2 11,2-5 387,10 0-213,-5-8 700,11 1-392,-6-13-101,6-5-77,-2-9-220,-6 1 269,1-13-218,-10 12-129,1-4 11,-13 6-224,-2 10-391,-12 0-187,3 8-9124,-26 14 8117,24-5 1,-10 5-1,25-11 1</inkml:trace>
  <inkml:trace contextRef="#ctx0" brushRef="#br0" timeOffset="16042">2144 2392 4059,'50'-10'630,"1"0"1,-1 0 0,2 0 0,1 0-1,0 2-277,-2 2 0,0 0 0,1 1-322,-6 1 1,1-1 0,1 1-1,2-1 63,5 1 0,2-1 0,1 1 0,0-1-288,-6 2 1,0-1 0,1 0 0,0 0 0,1 1 211,3-1 0,1 1 0,1-1 0,0 1 0,0-1 33,3 1 1,1 0-1,0 0 1,0 1-1,0-1-40,-8 1 0,0 0 1,1 1-1,0-1 0,-1 1 1,2-1 122,1 1 1,0 0-1,0 1 1,1-1-1,0 0 1,0 1-95,3-1 1,1 1-1,-1 0 1,1-1-1,-2 1 1,-1 0 41,0 0 1,-2 0 0,0 1 0,1-1 0,5 1-6,-9-1 1,3 1-1,3 0 1,2 0-1,0 0 1,-1 0 0,-2 0-1,-2 0-8,5 1 0,-3-1 0,-1 1 1,-1-1-1,2 1 0,1 0-49,-1-1 0,1 1 0,0-1 0,2 1 0,0 0 0,1-1 0,2 1 6,-8 0 0,2 0 0,2 0 0,0 0 1,0-1-1,0 1 0,-1 0 0,-2 0 1,-2 0-19,2 0 1,-2 0 0,-2-1 0,0 1 0,0 0-1,3 0 1,2 0-5,-5 0 1,2 0-1,1 0 1,2 0-1,1 0 1,0 1-1,0-1 1,0 0-1,-2 0 1,-2 0-1,8 0 1,-1 0 0,0 0 0,-2 1 0,0-1 0,-1 0 0,-1 0 0,-1 0 0,-1 0 1,-3 0 0,-1 0-1,-1 0 1,1 0 0,3 0-1,3 0 8,-4 0 1,3 0-1,2-1 1,2 1-1,1 0 1,0-1-1,-1 1 1,-1 0-1,-1-1 1,-4 1-1,2-1 0,-3 1 0,-2-1 1,0 1-1,0-1 0,0 0 1,3 1-1,3 0 1,-4-1 0,2 1 0,3-1 1,1 1-1,1 0 0,0-1 1,0 1-1,-1 0 0,-2-1 1,-1 1-1,-4 0-1,10-1 1,-4 1-1,-2 0 1,-1-1 0,0 1-1,3 0 1,4-1 28,-11 1 0,2 0 0,3 0 1,0 0-1,2 0 0,0 0 1,0 0-1,-1 0 0,-1 0 1,-2 0-1,-2 0 1,5 0 0,-2 0 1,-2 0-1,-2 0 1,1 0-1,1 0 1,2 0-1,3 0-23,-4 0 0,2 0 1,2 0-1,2 0 1,1 1-1,0-1 0,-1 0 1,0 0-1,-2 1 1,-3-1-1,-2 0-9,9 0 0,-5 0 0,-1 0 1,-2 0-1,1 0 0,3 0 1,3 0 2,-6 0 1,2 1-1,3-1 1,2 0-1,0 1 1,0-1-1,-1 0 1,-1 1 0,-2-1-1,-3 0-17,7 1 1,-4-1 0,-1 0-1,-2 1 1,2-1 0,1 0-1,3 1-13,-6-1 0,1 1 1,3-1-1,1 0 1,0 1-1,1-1 0,-1 1 1,-1-1-1,-1 1 1,-3-1-48,4 1 0,-2-1 0,-2 1 0,0 0 0,-1-1 0,0 1 0,0-1 0,0 1-557,6-1 1,0 1 0,0 0-1,-1 0 1,0-1 0,-2 1 0,-1-1 619,1 1 0,0 0 0,-2 0 0,-1-1 0,-2 1 0,-4-1 0,5 0 0,-3 1 0,-4-1 0,-4 0 0,8 0 0,0 0 0</inkml:trace>
  <inkml:trace contextRef="#ctx0" brushRef="#br0" timeOffset="29190">1599 5706 14790,'-4'0'1821,"1"0"240,3 0-1445,95-53-1826,-54 33 0,4 0 1277,-4 0 0,6-4 0,2 0 1,-3 1-541,7 0 0,-1 1 1,1-1 505,3-2 1,2-1-1,-1 1-324,-11 5 1,0-1 0,-1 1-1,-1 1 294,4-2 1,-3 0 0,4-1 1,3 0 1,3-1 0,0 0 0,-4 2-415,-3 1 1,-4 1-1,2-1 409,9-2 0,1-1 0,-3 0 130,-10 5 0,-4 0 1,-2 1-28,2-4 1,-3 1 5,-5 4 1,-3 0 1653,9-20-1679,-43 19 2145,-15-5-2156,-22 7 72,-14 4 1019,25 6 1,-2 2-997,0 0 1,1 2 540,-29-1-267,11 1-235,18 1 392,5-2-358,19 1-202,0-1-55,10 1 502,11 0-447,16 0 229,23 1-271,-17 2 1,2 1-4,5 1 0,1 1-437,1 4 0,0 2 395,-3 3 1,-1 3-77,-5 2 1,-2 4-334,-6 3 1,-5 4-1065,-5 3 1,-6 3 1520,-7 7 0,-3-1 0,-1 5 0,-8-2 0</inkml:trace>
  <inkml:trace contextRef="#ctx0" brushRef="#br0" timeOffset="30578">5297 4833 17955,'-6'-61'1618,"1"-1"1,-1 5 0,0 4-1151,2 19 0,-1 3 181,-5-19-223,0 13-309,3 18-117,2 10-84,4 19 101,7 17-28,5 27 11,-1-16 0,1 1-319,1 7 1,-1 2 332,2 4 0,-1-1-11,-2-11 0,-2 2 5,1 17 1,-1 0-4,-4-22 1,-2-1-1,1 13 1,-2-2 22,-6 12 39,-6-18 73,-3-14 102,0-13 4,-1-12-44,-1-13-34,-2-11 552,2-3-585,-4-27-90,11 10-23,-2-20-39,19 6-22,8 12 33,6 6-10,21 11 16,9 9-627,-14 10 1,3 1 612,3 2 0,1 3 8,1 5 1,0 4-286,-3 2 0,-2 3 257,-4 4 0,-3 3-2,-7 1 0,-4 3-15,1 25 29,-32 4 13,-8-24 1,-6-2-9,-10 2 0,-3-2-114,5-5 0,-3-1 13,-22 6 1,-1-3 71,17-10 0,1-2-551,-15 5 1,2-5-4024,-8-9 4006,25-11 0,21 0 0,11 0 1</inkml:trace>
  <inkml:trace contextRef="#ctx0" brushRef="#br0" timeOffset="31154">6132 4740 20576,'-3'0'3871,"0"0"-3507,3 0-303,13 12-33,18 7-17,18 15 1,-1-4-12,-22-10 0,-3 2-17,2 14 6,-3 21 27,-17-11-4,-9-2 32,-12-12 57,-1-12 101,-6-3 235,-2-11-230,6-11-145,3-5 33,9-9-84,8-3-39,12-8-33,27-14 16,8 6 11,4 2-27,2 3 16,-14 9 11,8-5 40,-8 4 11,-10 3 5,-9 2 34,-7 0 23,-6 2-40,-4 4 118,-2-3 246,-1 4-274,-1 2-29,0 2 7,0 7-146,0 1 11,5 17 11,4 4-11,2 10-107,8 11-285,-2-3-499,6 13-996,1-3-3591,1-2 5506,-4-11 0,-9-16 0,-5-9 0</inkml:trace>
  <inkml:trace contextRef="#ctx0" brushRef="#br0" timeOffset="31354">6902 4428 23971,'-29'3'-9831,"24"23"8671,26 9 1,4 0 0,-20-29 0</inkml:trace>
  <inkml:trace contextRef="#ctx0" brushRef="#br0" timeOffset="31611">7497 4644 20252,'0'-4'3433,"0"1"-2671,0 3-96,-92-26-408,46 28-225,-9-14 1,1 6 73,1 40-90,29-11-9,3 1 0,3 4-36,6 28-44,11 4-16,9-25 1,4-1-75,15 8-289,5-16 0,3-4-758,21 2-190,-14-9 1,2-3-820,-6-7 1,0-5-2699,-1-4 1,-2-2 4695,17-5 0,-20 0 1,-23 7-1</inkml:trace>
  <inkml:trace contextRef="#ctx0" brushRef="#br0" timeOffset="31811">7842 4610 12099,'-3'-59'1956,"0"0"1,-2 14-1,-2 0 1,0 7-602,-13-9-843,6 17 1,0 2 1050,-3 3-980,4 9-114,9 14-463,0 4 61,4 31-61,3-7-12,3 14 1,1 5-46,0-11 1,-1 2-484,4 17 0,-1 1 329,-4-16 0,-1-1-632,0 10 0,-3 0-3767,-2-1 0,0-2 4604,0-4 0,0-3 0,-2 17 0,2-43 0</inkml:trace>
  <inkml:trace contextRef="#ctx0" brushRef="#br0" timeOffset="32361">8212 4605 22145,'-24'-39'489,"1"0"0,-1 3 0,-1 10-276,-10 31-129,-1 7 6,-7 12 16,5 9 23,-3 6-62,8-7 73,9-6 0,1 0-39,-1 1 36,-1 1 0,2 1-47,2 1-57,-4 12-21,17-19 44,26 7 16,15-15-44,-2-5 0,4-2-11,5-4 0,2-3-14,4-2 0,0-1-3,-8 1 0,0-2 2,14-5 1,0-2 5,-18 2 1,0-1-183,12-4 1,-1-1 184,-14 1 0,-3-2 51,19-18-28,-18 5 134,-3-23-6,-16 12 51,-2-19 118,-13 9 94,-6 4-27,-3 5-225,1 13 236,0 3-235,6 14-90,-1-1 297,6 8-370,1 3 0,1 6-11,9 21 6,7 11-1,6 9-8,9-3 1,5 1-1121,-11-15 0,1-2 1123,11 13 0,-1-1-17,-7-9 0,-4-2-288,2 18 81,-10 13-292,-33-1-117,-3-30 1,-7-2-1951,-8 0 1,-2-4 2065,0-2 0,3-4 0,-13 4 0,21-12 0</inkml:trace>
  <inkml:trace contextRef="#ctx0" brushRef="#br0" timeOffset="33369">4164 6222 14085,'53'-8'367,"1"-1"0,0 1 1,-1-1-1,6-1 1,0 1-1,0-1 1,2-1-1290,-11 1 1,0 0 0,1-1 0,1 0 0,1 0 1010,5 0 1,2-1 0,1 0-1,0 0 1,1 0-29,-7 1 1,-1 0-1,2 0 1,0 0 0,2 0-1,2 0-26,-5 0 1,2 1 0,2-1 0,1-1 0,0 1 0,-2 0 0,-1 1 0,-2 0-194,1-1 1,-2 1 0,-2 1-1,0-1 1,2 0 0,3 0 168,-1 0 1,5-1 0,2-1 0,0 1 0,0 0 0,-2 0 0,-3 1 0,-6 0-108,10-1 1,-7 2 0,-1 0 0,6-2 106,-11 3 0,5-2 0,1 1 0,2-1 1,0 0-1,-3 0 0,-2 1 21,6-1 1,-3 1-1,-2 0 1,2-1-1,2 0-145,2 0 0,4-1 1,0-1-1,1 1 0,-3 0 1,-3 0 138,-3 1 1,-3 0 0,-1 1 0,-1 0 0,0 0 33,10-3 1,1 1-1,-4 0 1,-7 1-50,4-1 0,-7 2 515,-4 2 1,-6 2-689,-5 3 11,0 3 378,-21 14-2483,-8-4 2866,0 11 1,-3-14 0,0-1 0</inkml:trace>
  <inkml:trace contextRef="#ctx0" brushRef="#br0" timeOffset="35010">9417 4571 16923,'46'-23'269,"0"0"1,6 1 0,4 1 56,-13 10 1,2 1 0,1 1-332,2-2 1,1 0-1,1 1 6,1-1 0,0 1 0,0-1 4,2 0 1,-1 0 0,1 0-5,0 0 0,-1 0 0,1 0 1,-1 0 0,0 0 1,-1 0-9,-2 1 1,-1 0 0,-2-1-24,17-3 0,-3 0 696,-10 1 1,-4 0-366,-9 1 1,-5 0-84,3-3 1019,-19-2-1325,-29 6 1852,-18-4-2089,-6 4 289,-7 2 0,-5 1 476,11 2 1,-1 1-318,-19-4 0,-1 0-30,13 3 1,3 0-4,4-1 0,2 0 177,-21-3 340,13-2-438,21 6-47,7 0-179,14 5 17,3 1-85,10 3 106,24 10-27,-1-1 21,2 2 0,5 1-96,-3-2 0,3 0 76,11 5 0,2 2-99,0 2 1,-1 3-257,-5 0 1,-8 7-2469,-14 14 1,-10 4 2843,-11-10 0,-5-2 0,-4 0 0,-4-5 0,-10-2 0</inkml:trace>
  <inkml:trace contextRef="#ctx0" brushRef="#br0" timeOffset="37306">12724 3295 18964,'-10'-49'907,"0"0"0,2 9 0,1 6-509,5 6-561,1 18 79,5 8 112,2 10 28,15 22-51,-2 0 1,0 2 0,14 22-731,-13-16 1,1 5 0,-3-4 721,-6-9 0,0 0 0,10 28 1,-1 3-435,-7-13 0,-2-1 339,-1 0 0,-1-1 28,0-4 0,-4-1-246,-6-5 0,-4-4-37,-13 5 162,-14 8 141,-13-27 1671,4-11-1509,-16-13 962,6-8-873,13-1 1,0-1-45,-12-9 19,17 7 1,2-1 428,-12-13-398,8 7 342,-6-8-415,29 23 70,-4-2-361,13 10 68,4 9 162,11 8 394,16 12-417,3-1 45,9-4 1,6-2-548,-8-7 0,2-1 526,-1-1 1,4 0 0,-1-2 42,15-1 1,-2-4-60,-10 0 1,-1-3 50,6-4 1,-1-2-267,-7-4 1,-1-3 214,-1 1 1,-2-2-14,0-2 0,-3-1 28,4-7-62,-15 7-112,-10 4-599,-11 7-1098,-1 1 1798,-9 4 0,5 0 0,-5 1 0</inkml:trace>
  <inkml:trace contextRef="#ctx0" brushRef="#br0" timeOffset="38032">13326 4609 21362,'-54'-11'876,"-1"1"0,3 0 1,4 4-458,-10 11-622,6 4 102,14 3-60,15 2 157,13 0-61,15 4-292,14 5 33,19 8 155,-10-13 0,2 1-527,6 3 0,1 0 606,5 1 0,0 0-29,0 1 0,-1-1-1552,0 3 1,-3-1 1481,7 6 270,-16 6-17,-45-17-39,-23 2-24,7-11 1,-5-3-402,-9-1 1,-2-2 346,-6 0 0,0-1 31,-2-2 1,1-1 7,3-3 0,3 0-36,8-1 0,3-2 139,-13-7-2053,26-4 267,35-2 1697,14 0 0,-2 6 0,-3 5 0</inkml:trace>
  <inkml:trace contextRef="#ctx0" brushRef="#br0" timeOffset="38415">14008 4699 15104,'7'-7'3685,"-1"1"-2491,-6 6-287,0 0-319,-76-3-303,40 12-240,-11-4 0,2 4-39,19 22-12,13 7 6,13 3 34,16 1-6,3-11 72,29 5 8,-9-18 48,16 3 164,-17-15 340,-8-11-212,-14-9-240,-5-4 144,-8-13-38,-9 0-23,-3-10-61,-9 0-51,-7 5-38,-8 5-18,-8 10-95,-6 7-62,0 7-179,1 10-11,18 1-762,8 11-1703,29 4 2689,21 10 0,-12-12 0,10-1 0</inkml:trace>
  <inkml:trace contextRef="#ctx0" brushRef="#br0" timeOffset="38633">14440 4719 17871,'-3'-3'5506,"0"0"-4604,3 3-886,-27 0-21,21 23-107,-14 8-28,28 11-426,12 12-975,3-11-3375,-5-12 1,1-2 3164,5 6 0,-2-5 1,-19-26-1</inkml:trace>
  <inkml:trace contextRef="#ctx0" brushRef="#br0" timeOffset="38832">14438 4390 21741,'28'36'-632,"0"1"1,1 4 0,-1-9 0</inkml:trace>
  <inkml:trace contextRef="#ctx0" brushRef="#br0" timeOffset="39183">14905 5015 21668,'0'5'3109,"0"-2"-2212,0-3-718,-10-91-90,14 37-401,-5 12 0,-1-7 1,2 6 333,10-17 9,-7 19 0,-1-3-1,0 6 1,-3-3 22,-4-17 1,-3-1-21,3 19 1,-1 2 36,-8-8 0,-3 5 75,-10 4 204,-8 1-259,1 15-68,11 11-16,7 10 27,9 23-27,8 11-6,3 9-3,3-10 0,3 0 157,3 1 0,3 1-186,2 2 1,3 4-1,0-2-1146,8 15 0,1-2 998,0 0 1,1-2-631,-1-5 1,1-2-3252,-4-11 1,0-1 4060,3 1 0,-1-2 0,10 6 0,-17-21 0</inkml:trace>
  <inkml:trace contextRef="#ctx0" brushRef="#br0" timeOffset="39649">16041 4406 20279,'1'-60'1060,"1"0"1,-1 15 0,-1 5 301,-8-8-1256,2 37 141,-2-1-247,7 25 6,10 19-51,11 22-305,-4-17 1,2 1 270,-2-6 1,2 1-299,2 2 0,4 4 0,-2-4-618,4 2 1,-1 0-1930,10 16 1,-1-1 2923,-12-19 0,-3-3 0,2 7 0,-13-18 0</inkml:trace>
  <inkml:trace contextRef="#ctx0" brushRef="#br0" timeOffset="39816">15868 4682 22071,'-37'-31'726,"0"1"1,3 4 0,15 2-688,67-7-53,-18 17 0,4 2-2954,21-8 1,2 1 2796,-13 5 0,3 1-1291,6 1 0,4-1 1,-4 3 1281,-2 0 1,-4 1-1,11-2 1,-7 2-1,-9 2 1</inkml:trace>
  <inkml:trace contextRef="#ctx0" brushRef="#br0" timeOffset="40566">17147 4347 19266,'9'-41'1078,"-1"-1"0,1 1 0,2-15 1,-2 7-458,-5 7-234,-2 16-225,-3 11-151,0 9-44,-3 8 33,-9 22 22,-1 11-22,-4 9-6,10-8 1,2 2 10,9 14-8,2-14 1,5-1-1,6-9 0,4-3-226,6-2 1,3-4 233,3-3 1,2-4 2,2-3 1,0-4-97,-1-5 0,-1-5 110,-2-3 1,-1-3 39,20-21 33,-9-10 17,-11-4 6,-10-2 45,-9 3-51,-6 14 224,-5 5-258,-3 18-56,-2 3-16,-5 14 447,0 9-464,3 11 219,9 5-208,6-6-17,18 4 11,26-4 3,-23-16 1,2 0-1,8-1 0,0-3 14,-6-4 0,-2-3 17,22-7 56,-16-9-33,-18-2 78,-10-21-85,-16 3 1,-9-18-17,-14 6-402,-9 1 379,-4 5-10,0 9-29,6 10-128,10 10-174,11 10-264,9 13-481,16 10-896,16 10-2874,23 7 4851,5-5 0,-15-12 0,-15-9 0</inkml:trace>
  <inkml:trace contextRef="#ctx0" brushRef="#br0" timeOffset="41216">18757 4095 22766,'-37'-30'399,"0"0"0,0-1 0,-14-10 0,4 12-293,1 29 67,5 15-122,4 16-18,5 15-16,5 8-17,11 5-433,14-4 450,17-8 156,14-11-84,10-13 29,5-13 33,-1-14 40,-3-10 74,-7-13-19,-9-6-5,-10-2-22,-8-2 337,-9 4-416,-3 5-17,-8 7-111,2 10 10,-4 11-72,7 11 44,1 10 17,9 9-11,11 3-33,12 2-7,19-2-273,-1-8 318,2-11 1,5-4-268,-13-5 0,1-2 268,16-1 0,2-4-12,-14-4 0,-3-5 17,-3-3 1,-4-3-79,-5-4 1,-5-3 86,-5-3 0,-5-4-4,-4-4 1,-5-3-17,-4-6 0,-5-1-329,-3-6 0,-2 0 343,-6-4 0,-1 1 14,-2 1 0,-1 2 17,1 4 0,0 2 19,2 8 1,0 3 114,-10-15-39,8 19-129,9 17 267,7 14-278,7 19 2,5 9 1,3 6-6,3 4 1,2 3-32,0-3 0,3 2 0,0 0 26,1 1 1,1-1-1,-1-2-471,6 12 0,-1-1 430,-5-11 1,0 2-1,-1-1-108,1 5 1,-1 1-182,-1-6 0,0 3 0,-1-3 30,-1 0 0,0-3-737,3 9 1,0-6-5089,7-3 6133,1-3 0,-9-17 0,-7-12 0</inkml:trace>
  <inkml:trace contextRef="#ctx0" brushRef="#br0" timeOffset="41373">19128 3958 17798,'-7'-7'4610,"1"1"-4145,6 6-359,0 0-178,4-65-315,39 44-179,-13-15 0,5 3-2147,18 26 0,4 9 2713,-7-3 0,-3 0 0,16 1 0,-29 0 0</inkml:trace>
  <inkml:trace contextRef="#ctx0" brushRef="#br0" timeOffset="42016">19740 3848 24262,'-6'15'745,"21"1"-628,28-7 6,15-2-5,0-6-5,-6-9 15,-11-6-4,-11-8 4,-10-5 1,-11-3-17,-9-4 39,-19-3-106,2 14 22,-25-2 23,5 17-34,-12 1-28,1 8-11,6 9-6,6 16 0,13 30-5,8-14-6,13-6 0,7 1-11,13 11 11,8-11 0,4 0-6,-8-12 0,3-1-523,20 9 1,1-4 528,5-6-1523,5-6 1,-1-3 1533,-9-5-214,2-9 0,-3-4 209,-21-6 28,15-21-23,-26 0-6,-2-17 29,-9-10-12,-3 21 1,-1-1 10,1-14 315,-1 18 0,3 2-309,5-3 3164,6-4-3119,11 8 722,8 7-705,19 6-79,-15 9 17,18 7-16,-19 14 5,10 12-28,-20 1 0,-1 4-6,-3-1 0,-1 1-209,-2 1 1,0 0 161,-3 3 0,-1-1-395,9 23-1639,-7-11 1,-1 1-7498,3 12 8770,-1 3 1,-12-46 0,-3-6 0</inkml:trace>
  <inkml:trace contextRef="#ctx0" brushRef="#br0" timeOffset="42789">16629 5773 24021,'-21'-33'90,"7"22"-46,21 50-55,4 21 11,-3-10 0,-1 1-607,-2-14 1,0 1 578,0 19 0,-3 1-25,-2-20 0,-3-2 26,-3 14 1,-2-2-42,-1-11 1,-3-4 28,-11 21 22,-18-23 51,18-23-6,-12 2 134,-2-24 904,7-5-932,4-1 0,2-2 102,-9-15 66,0-5-140,16 18 258,4 5-264,7 12-184,3 1-22,3 11 67,5 7-6,1 3 6,13 12 16,22 4-16,-4-7 14,11-6 0,6-4-728,-14-8 1,1-2 715,7 3 1,4-2 33,9-6 0,-2-3-11,-21-1 0,0-2 8,13-2 1,-1-3 33,-17 1 0,-5-2-124,12-13 90,-19 6-16,-11-2-230,-8 7-1507,-14 2 197,2 5 1858,-22 14 1,22-4 0,-8 5 0</inkml:trace>
  <inkml:trace contextRef="#ctx0" brushRef="#br0" timeOffset="43540">16276 7489 17109,'0'-7'2792,"1"-28"1,1-7-1768,1 2-829,-1-4 0,0 0 397,5 3-44,-1 14-386,1 4-192,-1 8-60,-4 13 89,2 10 22,4 12-11,2 32-11,-3-11 6,-5-4 0,-2-1-1,-4 3-8,-3-1 1,-2 0-4,-2-1 28,-11 21 41,15-43 312,0-1-235,8-26-73,3-2 140,13-37-1808,-4 19 1,1 0 1636,-2 0 0,2 0 23,6-8 0,1 2 16,11-10-47,-12 22 0,2 1 0,17-14-6,-6 15-16,-12 12-12,4 9 12,-7 11 0,10 11-18,-2 14 12,3 14 3076,1 6-3087,-14-25 0,-1-1 16,12 14 19,16 4-24,-13-25 51,12 1-40,-12-21 0,-2-14 62,-2-11 320,-1-11-275,3-20-79,-12 17 34,5-18 5,-9 26 26,2-2-9,-4 12-72,-4 11-23,-3 6 0,2 5-6,5 9 12,4 10-12,4 16-5,-1 8 0,-3 5-6,-3 2 17,-4-13-213,9 13-621,1-18-1788,14 9-7209,4-18 8942,-6-10 0,-7-9 0,-15-4 1</inkml:trace>
  <inkml:trace contextRef="#ctx0" brushRef="#br0" timeOffset="44082">17513 7185 22190,'1'-5'3360,"0"2"-2279,-1 3-1137,13-38 0,-10 33 51,12-20 16,-10 52 6,3 11-225,4 12-492,5 4-986,5 2-4055,5-4 5741,-3-12 0,-7-17 0,-8-12 0</inkml:trace>
  <inkml:trace contextRef="#ctx0" brushRef="#br0" timeOffset="44250">17729 6930 21405,'-5'-7'2470,"1"2"-2503,4 5-1345,0 0-510,-25-28-5561,34 40 6601,-19-21 0,27 32 0,-6-9 0</inkml:trace>
  <inkml:trace contextRef="#ctx0" brushRef="#br0" timeOffset="44473">18303 7051 26424,'-1'-39'33,"1"1"1,-2-20-73,-3 73 11,-3 17-101,-4 19-59,5-20 1,-2 4-2746,-4 12 1,-2 1 2369,4-15 0,-1 0-1728,-9 17 0,-4-2 2044,1-15 0,1-4 0,-10 16 1,2-10-1</inkml:trace>
  <inkml:trace contextRef="#ctx0" brushRef="#br0" timeOffset="44640">17850 7392 20302,'2'-61'1878,"0"0"0,4 1 1,3 9-1610,8 15-12,13 2-195,-4 25-29,16 9-5,14 17-73,-13 4 1,0 4-298,-12-7 1,0 3-113,15 11 1,-2 3-2099,-15-12 1,-3 0 2551,3 3 0,-2-1 0,6 4 0,-16-13 0</inkml:trace>
  <inkml:trace contextRef="#ctx0" brushRef="#br0" timeOffset="45506">17501 8452 23623,'-4'-50'689,"1"1"0,0 5 0,1 9-700,1 22-129,0 9 107,1 17 49,4 15-21,0 24-26,-1-18 0,-1 2-440,0 7 1,-2 1 299,-2 3 0,-4 0-132,-1 2 1,-5-1 2,-3-2 1,-4-2 145,-2-6 0,-4-3 24,0-8 1,-3-5 185,-26 5 67,2-20-16,14-12 257,-5-24-62,19-1 79,-5-15-28,15 5 763,5 5-836,2 7-11,3 10-347,1 10 16,1 15 62,2 14-11,1 14 11,9 10 50,13 2-16,19-5-349,-12-22 0,3-4 337,6-2 1,4-3-9,3-3 0,2-3 3,2-2 0,-1-3 2,-1-3 1,0-3-12,-5 0 1,-1-2-23,-5-1 0,-1-1-137,19-8-405,-17 2-1504,-17 3 2060,-14 4 0,-4 4 0,-4 3 0</inkml:trace>
  <inkml:trace contextRef="#ctx0" brushRef="#br0" timeOffset="46006">17249 9798 16572,'1'-7'5651,"0"2"-5186,0-24 0,0-6 173,-6 5-372,3-10 0,-3 2 54,-11 13-147,-11 10-55,-9 10-62,-11 15-62,-5 11 1,4 13-23,9 7-12,13 8-369,13 9 364,14 4 25,5-29 1,5 0 2,4-1 0,5-2 28,5-1 0,3-3-8,3-2 0,1-2-12,0-3 1,-1-1 8,19 11-5,-19-6 66,-19-5 1,-22-2-62,-20-2-6,-23-4-3,20-6 1,-3-1-171,-3-2 1,0-2 94,2-3 0,0-1-205,5-2 1,3-3-1533,-12-14 1821,20-7 0,13 14 0,9 1 0</inkml:trace>
  <inkml:trace contextRef="#ctx0" brushRef="#br0" timeOffset="46799">17761 9572 25539,'-28'10'118,"7"20"-116,16 10 1,5 7-819,-3 2 0,0 1 827,-2 2 0,0 0-11,-2-2 0,-1 0 3,0-5 0,-1-1 248,1-8 0,-1-3-235,-6 16 423,4-22-25,6-14-50,2-15-268,5-16 867,5-15-862,9-15-73,10-7-14,-8 27 0,1 0-6,1 3 1,2 1 22,19-14-26,-2 15-33,-5 12 6,-1 17-12,-1 13 12,3 14 0,2 5-74,5 2-455,5-4 288,7-4-113,4-11-10,4-8 44,-1-11 134,-5-11 130,-8-12 78,-1-21 17,-20 9 44,1-19-10,-19 27 162,0-24-28,-10 20 22,-8-10-128,-2 19 450,-23 4-479,3 10-27,-15 7-18,7 11-21,5 12-7,7 9 12,6 8-34,9 13 34,9-18-11,13 12-12,10-25 23,11 1 22,6-11 0,-6-9 124,10-17 27,-18-5 174,7-20-101,-17 3-117,-6 2 139,-5 1-27,-2 9-73,-2-3-68,0 8-61,0 8-123,1 5-22,0 6 77,2 9-27,4 13-274,5 31 105,-2-12-178,-2-5 0,1 0-1267,4 18-440,-3-20 1,2 1 2120,4 2 0,-1-2 0,3 4 0,0-5 0</inkml:trace>
  <inkml:trace contextRef="#ctx0" brushRef="#br0" timeOffset="47225">18830 10330 17988,'17'-39'1824,"-1"-1"1,1 1 0,7-16 0,-3 5-1388,-1 4 302,1 1-431,-12 25 224,2-2-476,-9 17-17,1 24-22,-2 18-22,2 11-319,-2-13 0,0 2 335,0-3 0,-1 2-11,0 22 0,-1 3 8,1-11 1,-1-1-4,0 0 1,0-3 2,0-10 1,1-5-173,0 7 259,0-9 34,-2-16-95,0-18-51,-2-8 50,-14-36-5,-4-8-438,5 10 0,-1-3 429,0 1 1,1-1-17,6 8 1,0-1 0,1 2 2,-1-2 0,3 0-1,-1-14 1,4 3 16,12-7-31,0 24 1,4 1 200,3 5 0,5 2-192,10-1 0,4 4 0,15-8 2,-9 17 1,1 3-8,17 7-1,-2 3-8,-12 18 0,-4 8-36,-1 19-73,-9-12 1,-6 2 83,-16 3 0,-10-1-40,-10-4 1,-6-1-104,-10 8 0,-6-2-720,-10-1 1,-7-4-1519,5-8 1,-3-3-1,2-1 2420,-9 1 0,3-3 0,4-3 0,7-2 0,9-5 0</inkml:trace>
  <inkml:trace contextRef="#ctx0" brushRef="#br0" timeOffset="47850">19561 9980 20660,'-1'-4'3271,"1"1"-2335,0 3-813,6 1-84,-2 11-11,6-2 56,9 18 45,5-11 28,15 3-78,-8-12 156,21-9-157,-25-5 236,29-19-107,-32-4-11,5-18-134,-19 10 2,-10 4 0,-4 1-19,-5-1 11,-5 0 0,-5 2-5,-12 6-12,-17-3-22,16 19 33,-21 24-33,18 8-29,11-2 1,3 3 11,0 28-5,18 8-6,11-11-9,11-9 0,5-1-482,-3-11 0,3-1 166,10 12 0,2-1-90,-12-14 0,0-2 426,9 10 0,-3-3 0,-9-10 0,10 14 0</inkml:trace>
  <inkml:trace contextRef="#ctx0" brushRef="#br0" timeOffset="48556">17908 11471 28165,'1'-48'386,"0"1"0,-1 5 1,1 9-1078,2 18 446,-2 9 112,-1 20-49,-1 0 123,-4 47-126,-2-6-379,0-12 1,-1 3 393,0-5 0,-1 0-665,-2 1 0,0-1 548,2-9 1,-1 0-184,-5 9 0,-2-2 115,-10 1 187,-14 8 181,13-33 156,-15-22-174,13-15 16,-11-17 49,17 3 7,-3-11 221,5 4-248,2 6 989,1 5-1385,11 22 247,4 10 92,1 14 34,2 14-6,4 15 50,10 11-291,-1-24 0,4 0 308,6 0 1,4-1 19,5-1 0,4-2-25,2-4 0,3-2-51,0-4 1,2-4-245,0-3 1,0-4-3297,1-3 1,-1-3 3517,-3-2 0,-4 0 0,11-3 0,-19 0 0</inkml:trace>
  <inkml:trace contextRef="#ctx0" brushRef="#br0" timeOffset="49947">17129 12573 21654,'-3'-7'2136,"2"1"-1327,1 6-881,0 0 112,-16-15 11,8 40-4,-14 8-17,14 8 0,2 6-99,0-8 0,-1 2-420,-1 5 1,-1 4-1,0-2 500,-1 5 1,-1 0-7,1-4 1,0 4 0,0-2-236,1-7 1,1-1-1,0-2 238,-1 4 1,0-3 2,2-5 0,1-5 275,-2-5 392,7-20-123,-1-7 1124,1-28-1612,1 4 872,3-35-883,9 6-34,0 18 1,3 0-437,5-2 1,4 2 415,3 1 1,3 1 0,8 0 0,1 4-3,-13 9 0,1 3-135,5 0 0,0 5 112,5 8 1,8 14-17,3 13 5,-10 5-213,-3 8 1,-2 3-34,-2 1-446,-1 3 1,0 1-731,2 6-826,-6-17 0,1 0-751,-3-9 0,0-3-821,23 13 357,-3-25 3497,-17-11 760,27-22 2718,-23-4-359,-8 1 1,-2-3 185,-1-18-1739,-8 2 405,-9 6 37,-8 13-816,-6-7-945,0 14 222,-2 1-458,9 15-50,1 0 11,3 4 45,5 5-6,3 3-6,8 5-5,6 3 0,4-1 12,5-3 21,4-5 12,2-8 56,10-13 95,-6-9-3504,-8-1 3409,-18-2-1371,-15-7 1376,-5 13-76,-19-25-2,5 29 45,-24-8-40,3 19-11,8 9 1,-1 5-40,-22 11 1189,25-1 1,3 3-1178,-8 21-29,16-5 2066,8 12-2519,18 7 86,1-26 0,3 0-586,7 6 1,5-3-1308,6-6 1,5-5-2592,7-1 1,4-5 4884,-1-3 0,-2-4 0,16 0 0,-22-7 0</inkml:trace>
  <inkml:trace contextRef="#ctx0" brushRef="#br0" timeOffset="50565">18760 13269 15775,'27'-36'1557,"1"0"0,-1 0 0,10-13 0,-11 2-689,-26 14 0,-7 2-666,-5-5 425,-17-1-408,-18 35-169,15 6-19,0 3 0,0 5 60,6 9 1,2 1-75,-17 15-15,19-13 1,3 1 3,-8 29 75,14-8-87,7-10 1,5 0 44,8 0-28,22 3 45,11-27 28,4-7-5,12-14 78,-12-12 61,-4-8 264,-7-5-347,-13 6 145,-3-6 5,-9 11 18,-2-2-247,-3 13-56,-3 4-28,0 8 28,-5 14 5,-2 6-5,-2 18 17,3 3-22,13 1 21,10-6-16,19-5-28,-2-12 31,1-11 0,1-4-14,5-4 27,4-8 1,1-4 28,5-16-213,-15 6 1,-2-3 187,-8-3 0,-5-2-9,13-21-3,-15-1 1,-3-4-1,-6 9 0,-1-1-791,-2 2 1,0-3 0,-1 3 799,-1-3 0,-3 2 19,-1-5 1,-2 1-104,-5 12 0,-2 1 162,2 4 1,-1 1 66,-13-21-72,7 35 157,6 10-224,3 12 2326,-3 28-2394,2 18 45,1-7 0,0 4-637,2 5 0,3 2 623,2 6 0,4 0-20,4 3 1,4-1-524,4-2 0,6-2 405,3-3 1,5-3-135,4-5 1,3-2-230,2-4 0,2-4-365,-1-4 1,2-5-1664,-2-5 0,0-5 2543,-7-6 0,-3-3 0,9-2 0,-20-6 0</inkml:trace>
  <inkml:trace contextRef="#ctx0" brushRef="#br0" timeOffset="50781">19524 12942 22918,'-37'-16'898,"-1"0"1,-5-12-781,85 19-45,-10 4 0,4-1 30,6 1 1,2 0-2079,11-2 1,-1 0 2005,-16 3 0,-2 0 2,11-2 1,-4 1 770,-1 2-1203,0 0-1499,-17 7 1898,-17 8 0,-5-4 0,-6 3 0</inkml:trace>
  <inkml:trace contextRef="#ctx0" brushRef="#br0" timeOffset="51498">18029 14396 20817,'11'-56'1092,"1"0"0,-4 11 1,0 6-628,6 4-443,-8 25-44,1 5 44,-3 23-22,0 17 6,-1 26-160,-6-20 0,-2 3 144,-3-1 1,-2 4 0,0-3-587,-1 5 0,-3-1 549,-1-1 1,-2 3-1,0-5-40,0-3 1,0-3 26,1-1 1,-2 0 3,-2-1 0,0-6 17,-7-8-28,-18-5 56,19-24 287,-13-21-225,14-1 33,-6-10 1219,6 2-1152,3 5 105,6 8-99,5 9-129,4 7-112,4 4 34,3 8 78,0 10 5,7 14 35,8 10 10,14 6-17,-7-22 1,3-3-554,6 1 0,3-4 579,6-2 0,3-4 2,5-2 1,1-4-45,3-2 0,0-4-23,-1-4 1,0-2-352,-4-1 1,-1-2 235,-7-1 0,-2 0-591,19-9-1612,-22 4 2296,-18 6 0,-12 6 0,-4 2 0</inkml:trace>
  <inkml:trace contextRef="#ctx0" brushRef="#br0" timeOffset="52107">17869 16239 24307,'2'-43'438,"0"1"1,0 3 0,0 9-500,-2 19-74,-1 6 67,-3 25 74,1-2 28,-3 19-11,-2 14-12,-1-6 0,-2 3-1726,-1 2 1,-1 1 1708,-1 2 1,-1-1-1,-2-2 1,0-2 115,3-13 0,2 0-116,-3 6 0,2 0 0,1-5 1,1-4 22,1 7 135,2-12 150,7-23-33,3-11-45,3-11 2621,8-27-2716,3-3-68,1-3 51,6 3-89,-2 13-29,8-2 40,8 7-34,1 14-12,11 8 667,-11 12-644,14 13-19,-23-1 0,-1 3-12,2 1 0,-1 1-148,3 6 1,-2 1 122,7 22 40,-17-8 16,-16 9-162,-37 2 11,12-27 0,-2-1-304,-12 2 1,-4-4 160,4-9 0,-1-3-42,-21 1-126,23-12 0,1-3-2109,-16-14 2560,19 1 0,3-2 0,-5-2 0,11-3 0</inkml:trace>
  <inkml:trace contextRef="#ctx0" brushRef="#br0" timeOffset="52709">18545 16523 19216,'-4'0'4889,"1"0"-3052,3 0-1753,-24-42-168,18 32 17,-14-32 78,32 46 6,13 8-22,21 23-12,-11-6-105,-10-2 1,-3 3 76,0 14-11,-3 16 17,-10-15-45,-26 15 112,-7-30 22,-17 4 68,4-25-6,6-19-28,13-11-28,12-13-34,18-5-16,14 1-34,15 2 22,11 6 221,-9 8-212,-7 8 0,0 0 19,16-5-268,-14 5 1,1 0 248,-7 3 0,-1-1 25,27-10 34,-10 0 139,-15 5 124,-15 3 0,-11 3-56,-5 1-68,-4 2 458,-2-2-530,-2 3-73,-1 1-51,2 4-44,0 5 22,-2 11 6,-7 11-22,-2 15-35,-2 8-116,3 6-276,6 2-4456,13-11 1,4 0 4524,4 5 1,7 10 0,-9-51 0</inkml:trace>
  <inkml:trace contextRef="#ctx0" brushRef="#br0" timeOffset="52907">19307 16228 21640,'-1'-3'2437,"0"0"-2986,1 3-358,-9 2-1210,7 12-5540,-1 8 7657,9 5 0,0-8 0,-2-9 0</inkml:trace>
  <inkml:trace contextRef="#ctx0" brushRef="#br0" timeOffset="53365">19756 16362 18140,'0'-3'6419,"0"1"-5170,0 2-1098,-76-5-67,29 21-294,-7-9 1,-1 6 209,25 8 0,6 5-3,0 0 0,4 1-5,3 2 0,4 1-54,-1 29-78,21 0-157,17-3 61,-2-30 1,3-3-101,22 12-393,-11-18 1,5-3-813,12-7 1,4-3-1244,0-3 0,3-3 870,-13-2 0,1-2 1,-2-3-218,7-8 0,-3-4 1514,-5-3 0,-3-4 1955,-7-3 0,-4-2 914,-5-4 0,-4-1 114,-4-3 1,-3 0-617,-3-1 0,-3 0-678,-1 2 1,-3 1-404,-1 3 1,-1 2 265,-1-24 92,-1 13-540,-1 15 1157,0 13-1616,-1 9 686,1 6-759,-3 28 45,-2 8 8,1-2 1,-2 3-294,-1 3 1,-1-1 270,2-6 0,-2 1-160,-4 15 1,1 1-298,6-16 1,1 0-962,-3 12 1,4 0 1431,9-10 0,2-4 0,-2 4 0,10-10 0</inkml:trace>
  <inkml:trace contextRef="#ctx0" brushRef="#br0" timeOffset="53631">20648 16385 24605,'-61'-10'59,"0"0"1,5 2 0,7 11-29,20 17 0,5 6 5,1-2 0,3 0 60,-13 22 49,15-4-50,9-13 384,24 8-126,15-16-252,-2-6 0,3-3-34,26 0-11,0-7 0,2-2-813,-15-2 0,0-1 583,18 1 1,0-1-617,-17 0 0,-3 0 254,-7 1 0,-3 0 1,3 0-1,-15 0 1</inkml:trace>
  <inkml:trace contextRef="#ctx0" brushRef="#br0" timeOffset="82782">20838 9434 21562,'11'-57'985,"1"1"1,-3 6 0,0 8-599,1 16-219,-6 13-202,-2 8 34,-1 15 118,3 16-29,0 26-53,-1-16 1,-1 3-601,-2 8 1,-1 2 583,-3 3 0,-2 0 0,-1 1 0,-3-2-198,2-12 1,-1-1 213,-6 9 0,-1-1-8,-5 7-14,7-19 0,0-1 31,-3 2 140,7-15 285,5-11 326,4-9-617,9-27 999,2-3-1166,12-26-7,4 5 18,7 1 30,5 5-47,4 10-23,4 8-22,4 12-17,7 8 22,-11 9-45,-11 7 1,0 3-45,6 12 39,5 13 67,-33-1 17,-32 2 6,-24 3-426,-6-8 369,1-8 1,-2-3-23,16-8 1,-1-1-85,-12 5 0,1-1-515,-8-1-1507,23-10-5937,16-13 8116,14-5 0,2 1 0,2 1 0</inkml:trace>
  <inkml:trace contextRef="#ctx0" brushRef="#br0" timeOffset="83182">21448 9595 23573,'8'55'454,"16"-2"-348,2-40-33,15 4 50,-5-11 45,1-5 11,-2-8 12,0-8 173,7-17-208,-14 7 209,7-17 27,-18 13 22,0-6-16,-5 8-51,-7 10-190,-2 8-157,-3 5-22,-3 8 27,-4 10 18,-7 15-29,-5 15-28,-4 14-27,4-8-264,7-7 0,1 3-517,6-12 0,0 0-368,-2 16 0,2 0 1210,7-7 0,2-5 0,-1 6 0,5-10 0</inkml:trace>
  <inkml:trace contextRef="#ctx0" brushRef="#br0" timeOffset="84783">22476 9300 19601,'11'-47'917,"0"0"1,0 0-1,4-19 1,-3 11-453,-6 18 801,-2 11-1120,-3 18 245,0 8-402,-1 19 22,0 16-11,-2 12-163,1-8 0,-1 2 168,-3-2 1,0 2-120,-2 12 1,-2 1 121,-2 0 0,-2 0-5,1-3 0,-2-1 0,-2 1 0,1-4 2,-4 13-378,-2 0 379,15-38 16,0-3 258,5-10 433,6-14-674,2-3 905,12-18-922,18-14 425,-6 6-422,-2 7 0,0 1-25,-4 6-90,22-12 12,-25 24 39,2-2-157,2 18 0,-5 5-51,13 12-117,1 2 129,-5-4-286,9 4 34,-7-7 11,18 1 380,-19-10 35,18-6 72,-30-9 23,16-10 50,-14-8 72,6-11 35,-2-7 184,1-14-196,-10 17 421,-1-12-107,-22 31-415,-9 3 1,-20 19-57,4 7-28,-12 17-16,13 1 0,-2 11-74,12 7 7,15-10 27,12-1 51,5-18-6,11-5 23,7-8 11,-5-3 27,18-13 18,-19-4-23,5-7 68,-8-7 117,-4-8-135,-3 6 258,1-19-223,-10 30 139,0-11-67,-3 19-84,-1 0-123,0 7-141,-1 3 57,1 8 62,-1 0-91,3 16-139,5 6-683,7 21 397,0-13-835,9 14-643,2-21 1601,-5-5 134,11-5 404,-18-15 701,12-12-23,-11-4-6,4-11-443,-8 4 499,2-13-329,-4 9-271,1-4 180,-2 7-50,-4 9-320,0 2-38,-3 5-63,0 5 29,0 11 33,1 4-73,3 13 23,1 0 17,-1-6-6,3 1 17,-2-6 5,0-5 56,1-2 34,-1-10-39,1-2 6,5-6 5,9-12-45,1-2 0,7-6-39,-4 6-34,3 4-22,-4 5-414,11 5-68,-12 8-168,8 7-151,-12 6 348,-5 2-786,1 5-653,5 1 1052,3-1 464,9 1 449,-1-12 331,3-4-29,-6-5 1002,10-11-285,-12-3-72,8-12-101,-11-3-51,-4-6-426,-6 6 634,-3-16-466,-8 18-207,-7-8-195,-10 20-102,-2 6-5,-25 13-6,9 10-11,-9 3-34,0 23-38,22-11-68,-2 15 67,17-20-90,21 5 135,-3-18-39,32 6 67,-21-14 73,28-12-11,-30 0 206,19-29-161,-26 13 86,-1-11 0,-2-5-59,-7 9 1,-2-2-471,2-16 0,0-3 467,-3 6 1,-1-1-9,0 2 1,-1 1-190,0 4 0,0 1 363,-1-23-174,0 23 18,0 13-141,1 19 0,0 3 862,3 33-862,2-6 0,2 20 0,1 7-59,-1-11 0,-2 2-452,3 21 0,-2 2 256,-2-7 0,-4-1-484,-3-1 0,-2-1-289,1-12 0,-3-2 1028,-2 0 0,-1-5 0,1-7 0,0-2 0</inkml:trace>
  <inkml:trace contextRef="#ctx0" brushRef="#br0" timeOffset="170150">12055 5177 24575,'0'13'0,"0"15"0,0 3 0,0 16 0,0-7 0,0 2 0,0-8 0,0 1-960,1 18 0,2 2 960,1-14 0,2 1 0,4 13 0,3 4 0,-1-12 0,2 2 0,-1-1 0,0-2 0,-1 0 0,1 1 0,2 5 0,1 1 0,-1-2 0,2 9 0,0-1 0,-5-18 0,0 1 0,0 2 0,2 10 0,2 3 0,-1 3-1760,-2-10 0,0 2 0,0 0 0,0-1 1760,-1-3 0,0 0 0,-1-1 0,1 1 0,1 3 0,-1 1 0,1 0 0,-1 1-525,-1-4 0,1 1 0,-1 1 0,1 0 1,-1-2 524,1 6 0,0-1 0,0 0 0,0 3 0,1 1 0,0 2 0,1 2 0,-1-1 0,-1-2-384,1 2 0,-1-2 0,0 0 0,1 5 384,-2-10 0,1 5 0,0 1 0,0 0 0,-1-1 0,0-3 0,1 1 0,-2-2 0,1-1 0,-1 1 0,1 1-365,0-3 0,-1 2 0,1 1 0,0-1 0,-1-2 1,0-3 364,0 2 0,0-4 0,-1 0 0,2 4 0,-2-3 0,1 3 0,1 2 0,0 0 0,-1 0 0,0-2 229,1 5 1,0-3 0,-1 1-1,1 0 1,0 3-230,-1-3 0,1 2 0,0 1 0,1 0 0,-2-1 0,1-3 244,-1 0 1,-1-2 0,1-1-1,-1-2 1,0-2-245,3 14 0,0-3 0,0 1 0,0 3 0,0 0 0,1-1 0,-1-4 0,0-1 0,0 0 0,-1-2 0,0 0 0,0 2 0,-1-7 0,0 2 0,0 2 0,0-1 0,0 2 0,1 0 0,0 0 0,0 0 0,-1 0 0,1-1 0,0 1 0,-1-1 0,1-1 0,0 1 0,0-1 0,0-1 0,-1-1 0,1-1 0,-1 0 0,-1-4 0,1 2 0,-1-2 0,0 1 0,2 10 0,0 2 0,-2-7 786,-1-11 1,-2-3-787,1 4 0,-1 1 2257,0-8 1,-1 3-2258,3 20 0,-1 1 0,-2-16 0,-1 0 974,2 9 0,-1 0-974,-2-19 0,-1-1 0,2 13 0,0-1 0,-1-11 0,0 0 1838,2 18 0,1-1-1838,-1 3 0,-1-19 0,-1 1 0,2 15 0,-2 11 0,2-13 0,-2-12 0,0 0 0,8 23 475,-4-21 0,0 1-475,5 19 138,-5-18 0,0-4-138,-2-4 0,0 12 0,-5-31 0,0 1 0,0-2 0,3 6 0,-1-4 0,4 7 0,-2-2 0,0-1 0,1 4 0,0 0 0,2 2 0,1 3 0,-1 6 0,1 5 0,0 5 0,-1-1 0,0 2 0,-2-11 0,0 1 0,1 15 0,1 4 0,1 6 0,-1-1-391,-2-15 0,-1-1 391,3 18 0,0-2 0,-3-24 0,-1-2 0,2 25 0,-2-2 0,-1-27 0,-2 1 0,0-18 0,-1-4 0,-4-4 0,0-3 782,-3-6-782,4 1 0,-1-2 0,1 0 0,-1 0 0,0 1 0,-1-1 0,0 1 0,-2-2 0,0-2 0,0 1 0,-9-9 0,2 4 0,-9-7 0,-12-11 0,3 7 0,-11-11 0,10 13 0,4 3 0,-1 0 0,2 0 0,1-1 0,2 0 0,4 4 0,1 1 0,4 1 0,2 2 0,3-4 0,3 5 0,2 0 0,1 3 0,5 4 0,1 1 0,9 11 0,5 7 0,7 9 0,2 4 0,4 4 0,0 4 0,1 4 0,0 5 0,-4-5 0,2 3 0,-1-4 0,4 2 0,-8-12 0,0-1 0,10 11 0,9 9 0,-14-20 0,-1-4 0,2-1 0,-2-3 0,0 1 0,1-1 0,-2-3 0,0 0 0,2-4 0,2 1 0,2-3 0,-8-3 0,-4-3 0,-11-3 0,0 0 0,-2-3 0,4-33 0,-1-17 0,-2 7 0,0-4-1509,0-4 0,-1-1 1509,3-5 0,-1-1 0,0 6 0,1 0-603,-1 11 1,2-1-1,-1 2 603,1 0 0,0 0 0,3-10 0,1 1 0,-4 17 0,-1 2 0,8-28 0,-1 10 0,-4 11 2706,0 9-2706,0 2 2120,1-3-2120,-1 8 0,0-4 0,3 0 0,-5 9 0,5-5 0,-7 13 0,-2 2 0,-2 2 0,-1 4 0,-2 0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5:59.7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2254 1446 30830,'4'-50'-232,"-1"0"1,-2 3 0,-4 4-932,-15-4 421,-2 18 1,-3 2-148,-6-5 438,-16-1 590,7 27 483,5 9 1,0 3-307,-24 5 235,20 5 0,-5 5 0,5 0 539,9-3 0,1 3-729,-7 6 0,-3 4 1,4 1-362,2 3 0,5 3 0,5 2 0,2 5 0,5-2 0,4 1 0,8-2 0,14 11 0,10-8 0,21-15-39,-4-19 0,3-6-1188,18-19 1121,-19 0 1,1-5 323,-7-4 1,0-3 0,-2-3 8,9-11 0,-3-5-92,-7 0 0,0-4 1,-5 2-136,-4 1 0,-4 1 0,-1-9 0,-3 0 0,-7 9 0,-2 1 0,1-11 0,-1 1 0,-1 10 0,0 0-395,-1-6 1,-2 5-944,-5 8 8,-1 3 2982,-2 16-2963,2 18 775,3 7 996,4 25-767,0 17 105,0-11 0,0 3 44,-1 6 0,1 4 81,-1-7 1,0 3 0,0-4-473,0 4 0,1-2 460,2 18 1,2-4-276,0-27 1,3-2 26,2 5 1,2-3-219,21 11 143,22-28 490,-20-15-289,20-28 191,-35 5-88,11-23 676,-8-4-526,-4 1 59,-6 0-2359,-10 24 2064,-4 12-120,-2 7 112,0 6 453,-1 9-267,2 6-2258,5 11 2251,2-4 2236,14 3-2236,16-8 34,9-5 6,1-8 22,9-18-14,-29-2 1,-1-3 7,18-11 29,-18 5 0,-3-2 190,-2-18-68,-4-1-10,-7 0-6,-11 18-73,-3 12-84,-2 8 3370,-5 15-3381,-6 19 0,2 5 0,-2 5-1008,1 4 1,1 1 993,-1 3 0,1 2-70,1 7 0,3 3-562,5-14 1,2 3 0,1-1 370,-1 2 1,1 0-1,1-1 105,1-1 0,1-1 1,3-1-736,9 18 1,4-8 30,4-7-482,-2-12 1,6-7-6924,20-22 5249,-7-6 1921,0-18 1,-1-9 1108,-12 2 0,-2-2-77,6-4 1,0-4 1562,1-18 1,-3-1 1080,-8 14 1,-2 0-1131,-1 2 1,1-2 0,-3 2-2,-1-7 1,-3 3 10,-2 4 1,-4 3-138,-6-24-834,-3 22 179,-6 9-296,1 18-149,2 5-199,1 16 1068,5 5-1062,1 21 11,1 23-23,1-9 0,2-2 1,0 1 202,3 5-211,-1-17 0,-1-3-3290,2 4 3316,-1-17 319,1-10-191,-2-10 73,6-10 45,13-34-70,-6 12-138,0-1 1,1 0 3397,4-7-3448,-4 13 1,0 1-7,7-8 1,7 2-40,-13 24-44,5 3-17,0 12-17,1 9-45,1 12-90,-1 9 74,-6-4-332,7 8-626,9-2 711,-4-8-297,23 4 420,-22-28 0,1-4 291,2-2 1,0-3 72,8-3 1,-2-4-503,-9-5 1,-3-2 625,13-10 415,-6-21-208,-22 11 22,1-17 39,-15 14-268,-3 12 21,-10 5-167,-18 15 1132,-4 10-1182,-12 13 5,10 13 5,11-2-38,2 20-6,18-13-54,17 17 43,4-25-34,28-1 84,-3-20 6,1-3 50,8-14 123,-6-18-28,-4-7 56,-4-12 7,-19 7 15,-9 2 29,-3 6-51,-4 7-95,-2 9-118,-3 8-50,-2 9 51,-6 13-6,1 3-180,-10 30-195,13-5-382,1 20-621,21-8-835,13-5-744,14-8-1048,10-13-347,7-15 2150,5-21 2271,-28 0 1,-2-4 1005,0-4 1,-2-2 834,-2-3 0,-2-1 1870,15-25-1259,-13 0-780,-12 5-1018,-8 13 1153,-7-3-1675,-3 22-67,-6-4-123,3 15-17,-10 12 17,4 8 12,-3 7-46,0 28 6,9-10 0,2-7 0,1 1 34,4 5-18,3 2 242,4-18-202,-1-13 73,4 0 22,3-19 0,5-11 80,6-13 15,1-9-16,-2-5-1,-3-1-66,-3 4-79,-1 5-45,-3 10-22,2 7-34,1 8-6,5 6 12,3 8-6,4 7 34,-6 5-17,8 20 6,-6 4-1,0-1 7,0 3 16,-10-24 5,-1-1 79,0-7 28,-5-12-39,4-6-6,0-12 40,2-8-1,-1-4-16,-1 1-62,-1 5-56,0 6-6,1 8 12,3 6-12,5 8 0,3 9 40,6 8 16,2 8-16,7 1 11,3-3-17,1-7-6,0-9 23,-5-9 17,-3-10 10,-3-11 24,-2-7 66,-7-5 45,-4 1 56,-8 4 17,-4 7-106,-3 9-146,-3 7-56,0 5 28,-1 7 34,4 7 5,2 12-67,4 11-118,4 7-251,6 3-589,3-1-1691,1-4 2705,-6-8 0,-7-15 0,-7-8 0</inkml:trace>
  <inkml:trace contextRef="#ctx0" brushRef="#br0" timeOffset="173">5944 1092 22004,'-4'-8'2415,"1"2"-2303,3 6-756,0 0-1905,-2-22-1142,11 28 2843,6-11 0,-2 20 0,1-1 0</inkml:trace>
  <inkml:trace contextRef="#ctx0" brushRef="#br0" timeOffset="416">6641 1252 22932,'-53'-13'226,"-1"0"0,11 1 0,3 7-184,8 12 0,3 6 8,-13 16 355,17-7 1,2 2-418,-8 30-8,27-17 1,6-1-26,8 13-56,11-15 1,5-4-68,10-6-897,0-9 1,8-1 0,-2-2-3852,0-4 1,0-1 3304,15 4 0,-4-2 1,-5-5-1,-35-4 1</inkml:trace>
  <inkml:trace contextRef="#ctx0" brushRef="#br0" timeOffset="1123">7995 1230 32767,'8'-62'0,"1"0"0,-3 10 0,-3 8 0,-9 18-1085,-2 17 125,-8 49 1258,9-11 1,1 5-254,-3 23 0,2 7-62,3-17 1,1 2 0,1 1-399,1 6 1,1 1 0,0 2 298,1 2 1,1 2 0,0-1 1,-1-13 1,0-1 0,0 1 0,0-1 19,1 16 0,0-1 1,0-1-250,0-4 1,-1-1-1,2-2-65,-1-9 0,1-1 0,0-4-6,2 7 0,1-7-150,3 4 924,-6-44-344,-6-39-134,0 1 1,1-6 471,-2-15 0,1-4-410,1 12 0,0-2 0,0-1 11,0-6 0,-1-3 0,0-1 34,0 3 1,-1-4-1,1 1 1,-1 4-186,0 1 1,0 4 0,-1-4 241,-1 3 0,0-3 1,0 0-1,-1 6-185,-3-13 0,-1 5 127,1 0 1,-1 1-27,-2-3 0,2 2-252,3 11 0,4 1 140,2 3 0,6 0-77,5 2 1,9 6 311,9 16 1,7 7-123,8 4 0,3 7 43,6 9 0,2 8-143,2 8 1,-2 8 50,-18-4 0,-1 5 0,-2 2-59,-1 4 1,-2 2 0,-4 3-15,-4 1 1,-3 1-1,-4 0-1026,3 8 0,-8 0 824,-17 4 1,-13-2 220,-6-22 0,-8-4 0,-1 0 5,0 0 1,-3-1-1,-3-2 144,-5-3 1,-6-2-1,0-2 1,6-2-187,-6 0 0,2-4-570,-11-1 0,9-6 816,24-12 0,14 2 0,5-1 0</inkml:trace>
  <inkml:trace contextRef="#ctx0" brushRef="#br0" timeOffset="1836">8678 917 29684,'-3'0'1999,"1"0"-2214,2 0 26,51 20-306,-7 7-2015,1 3 0,0 2 1938,-3 12 344,-21-14 1,-6 2 229,-9 5-514,-16 11 47,-1-19 106,-20-3 409,4-20 555,-9-4-340,13-4 213,0-13 3020,18 4-3538,0-14-85,17 2-62,17-6-132,23-1-207,-18 16 1,2 1 402,4 1 0,1 1 15,0 1 1,0 1 27,-3 2 1,-1 0 25,2-1 1,-2 2 31,11-3-17,8-4 44,-26 4 18,3-5 808,-9 0-741,-8 0 10,-8 4 24,-5 3 4,-6 3-128,-2 3 0,-10 1-5,-6 8-23,-7 9-23,-1 23 29,13 3 16,9 2-22,23 1-3352,29-5 3380,-6-8 5,-4-15 1,3-2-233,18-6 238,-21-4 0,-1-3 45,26-7 56,-14-9 11,-16-12 51,-14-18-140,-12 8 22,-13-20 22,-12 16-33,-12-8 0,-6 8-17,-3 10-84,0 10 5,17 11 3174,1 11-3537,16 24 484,2-3-972,9 10 0,4 2-1730,14 14-691,-2-12 0,4-1 3323,-2-11 0,0-3 0,8 5 0,-10-14 0</inkml:trace>
  <inkml:trace contextRef="#ctx0" brushRef="#br0" timeOffset="2250">10334 1185 18313,'-3'-36'3624,"0"0"1,-25-16-3522,18 11 1,-6 4 52,-18 12 1,-4 10-1509,-2 6 1371,2 6 1,1 4-20,2 5 69,6 8 1,3 4-81,0 15 0,-3 8 228,20 5-217,21-4 22,12 0-16,7-8 106,23-14-11,-27-14 380,21-14 270,-28-29-432,-4-3-5,-8-17-186,-10 25 767,-4-3-783,1 17 113,1 1-343,3 22 118,4 6-11,3 17 11,7 22-9,-4-7 1,-1 3-464,-1-8 0,-1 2 425,0 8 0,-1 5 1,-1-4-86,-1 0 1,-4 1-172,-4 6 1,-2 7-1,-2-6 110,1-6 0,-3-3-70,-5-4 0,-4 1 0,-2-7-354,-2-11 1,-2-5 134,1 2 1,-2-6-2797,-7-12 0,2-8 3278,3-15 0,-3-1 0,26 3 0</inkml:trace>
  <inkml:trace contextRef="#ctx0" brushRef="#br0" timeOffset="2616">10405 804 23551,'31'26'31,"-1"0"1,4 3 0,-2 1-35,-8-4 0,-1 1-803,14 14 0,-1 0 786,-14-15 1,-2 0-20,7 9 0,-4 0 516,-4 6-449,-16-14 465,-27-7-364,4-14 330,-35-6-44,22-12 117,-13-12-56,21-6 642,11-6-973,26-9-139,1 15-68,32-9-78,5 20 0,3 1-286,-2 11 0,3 2-618,-16 3 1,1 0 248,17 0 0,-1 1-544,-13 2 0,-2 0-2008,-2 0 1,-2 1 3346,22 2 0,-23-1 0,-16-2 0</inkml:trace>
  <inkml:trace contextRef="#ctx0" brushRef="#br0" timeOffset="2966">11620 890 21635,'-2'-43'1073,"-1"0"1,-5 5-1,-8 10-826,-43 22-203,23 9 1,-2 5-23,-8 9 1,2 3-269,13-5 0,3 3 243,-9 11 0,5 3-1186,4 16 1183,3 1 265,11 12-281,17-16 22,21 12 61,11-21 29,19-9-1340,-21-25 0,0-4 1401,11-4 271,-14-5 1,-2-5-93,1-15 57,2-15-51,-11-4 48,-6 1-238,-9 13 308,-2-3-426,-3 26-51,0-5-128,0 17 3330,-4 13-3246,-1 14 203,-1 6-713,2 7 1,2 3-911,1-9 0,1 2 1201,2 21 0,2-2 0,-2-2 1,6-6-1</inkml:trace>
  <inkml:trace contextRef="#ctx0" brushRef="#br0" timeOffset="5420">12071 976 32767,'8'-41'0,"-1"-1"0,1 0 0,3-6 0,-4 7 0,-6 7 0,-2 29 0,-1 5 0,-5 20 0,-5 21 0,2-10 0,0 3 0,-2 7 0,-1 3-104,-5 14 1,1 0-397,5-17 0,-1-1 434,-5 13 1,1-3 367,-2 0-4446,-4 1 3804,11-26 561,6-19-534,8-15 127,8-23-316,7-13-532,2 1 0,2-3 856,-6 14 0,1-1-100,10-18 0,1 0 769,-4 14 1,-1 2-715,-3 5 1,0 0 71,4-2 0,-1 4-95,9 5-8,-7 7-76,22 21 41,-28 9 198,15 14 24,-17 11 44,-3 10-15,-5-9 0,0 1 40,-2-6 1,0 0 1160,0 4 0,-1-1-1168,4 4 895,0-1-884,-4-20 5,2 7 11,-4-17 51,0 1 157,-3-10 726,0 0-917,-3-7 17,0 1-39,-2-3-6,2 4-11,1 3 95,2-1-78,-2 2-6,2-1 23,-2-1-29,2 0 12,-2-5-11,2 2 27,0-14-49,1 7 21,0-4 12,1 5-6,-2 5-5,1-2-1,-1 5 1,0 1-196,0 1 246,0-1-34,0-1-16,0-3-6,0-2 5,0-1 12,0-2-17,0 5 11,0-2-5,0 5-12,0 1-11,0 0 12,0 0-6,2-5 11,2-4 11,3-5-11,3-5 0,-1 2 11,6-10-22,-3 5 16,7-9 12,-3 6-11,4 0-12,1 3-16,6 1 27,3 0-16,5 1 11,1 3 28,0 4-39,-4 6-34,-5 5 40,-7 7-18,0 17 23,-9 9 11,1 22-22,-7 6 19,-4-25 1,0 0 2,-2-1 0,-1 1 23,0 27-34,-1-17-17,1 9 12,2-21-51,-1 13-409,2-13-1350,6-3-341,1-8 2156,8-4 0,-8-9 0,0-2 0</inkml:trace>
  <inkml:trace contextRef="#ctx0" brushRef="#br0" timeOffset="6270">13302 825 20212,'0'-3'3540,"0"1"-2789,0 2-623,-18 45-66,11-18-9,-4 11 0,-1 4 31,3 10-28,1-1 14,0-18 0,-1-2 82,-6 5-12,-8 11 17,4-21 129,3-10-85,7-9 331,5-10-381,4-10-33,3-14-12,8-14-78,0 0 20,6 1 0,2-2-15,-5 10 1,0 0-12,7-12 1,1-1 5,-6 13 0,-1 3-34,13-16 0,-6 15 40,-6 13-40,9 10 18,-5 13-1,13 11-17,-5 18 12,0 15-6,-18-19 0,-1 2 0,-2 3 0,-3 0-211,-2 1 0,-3-1 214,-2-2 0,-1-2 14,-7 20-23,0-17 57,4-16-1,4-10 112,4-13-123,8-12 377,1-4-399,6-6 0,2-3 11,15-23-379,-7 14 0,2-1 370,-3 5 1,1 3 2,0 2 1,0 3-1,20-14-5,-4 16-23,-15 12-22,14 12 34,-13 13-12,10 15-11,-14 16 23,-10 11 16,-8 6-22,-4-5 12,0-9 10,3-13 725,4-12-741,7-12-1,11-17 7,9-13 10,8-18-14,-20 15 1,-1-3 41,5-9 1,-2 0-340,8-13 334,-13 18 0,-3 3 55,-3 6-66,-2 3-23,-7 12-28,-5 13 17,-1 3 12,0 35 299,0-14-356,-1 8 0,1 3-185,6 7-1945,2-8 1,1-1 1507,8 1-5029,21 10 5696,-18-36 0,3 2 0,-14-15 0</inkml:trace>
  <inkml:trace contextRef="#ctx0" brushRef="#br0" timeOffset="6444">14477 601 24178,'19'31'-1559,"-3"-3"1,-3 9-1,-7-17 1</inkml:trace>
  <inkml:trace contextRef="#ctx0" brushRef="#br0" timeOffset="7194">15032 850 26362,'-46'35'6,"9"-6"-6,18 15 0,3 4-552,0 0 543,2-6 1,1-1 14,4-3-3911,1-2 3956,5-18 1421,2-10-1220,2-10 90,5-11-280,7-14-46,11-21 14,-8 18 1,3-3-14,8-9 0,1 0-14,-8 13 0,2 1 5,10-8 0,0 5-24,-1 10-4,-2 7 0,2 4 3239,8 7-3376,21 23 73,-22 15-290,-6 8 189,-8 14-179,-5-7 47,-7-19 1,2 2-648,6 5 1,3-2 112,-1-6 0,2-3 523,-1-1 0,3-3-6,4-7 1,2-7 210,27-4 190,-22-7 0,1-4 300,5-7 0,-3-5 50,-8 0 1,-2-3-194,-3 1 0,-2-3 611,7-26-46,-15 4-144,-3-12-298,-11 24 0,-3 2-117,-7-15-191,-3 9 229,-8 21-369,-10 16 90,4 6-12,-4 11 1,0 6-6,-8 23-305,10-10 0,2 0 311,-3 15-6,8 4 283,16-21-227,13 3 101,6-18 33,16-14-67,-6-11 152,13-16 686,-3-4-695,-11 6 0,-1-1 98,10-9-208,-7 4 74,-18 16-258,-6 7-56,-4 10 112,-10 35 11,3-13 0,-1 5-919,-5 17 0,-1 2 908,2-9 0,0 1-11,2-6-1,-1 4 1,1-2-48,-1 13 1,-2 3-178,1 0 1,-2 5 0,-1-2-183,1-9 0,-1-1 0,-3 0-790,-5 9 0,-3 0 0,-2-6 1208,3-13 0,-2-4 0,2-4 0,-4 3 0,2-5 0,-10 3 0</inkml:trace>
  <inkml:trace contextRef="#ctx0" brushRef="#br0" timeOffset="7871">1812 2402 31891,'-9'-1'-2020,"2"0"1202,7 1 171,135-1-422,-95 2 0,3 1 937,1 0 0,10-1 0,4 1 0,-2 0 0,-6-1-607,-1 2 0,-6 0 0,8 0 686,1-1 1,8 1 0,5 0 0,1 0 0,-3 0 0,-7-1-732,-2 1 1,-5-2 0,1 1-1,8 0 738,-8-1 1,8 1 0,4-1 0,3 1 0,2-1 0,0 0 0,-4 1 0,-3-1 0,-6 0-345,4 0 1,-6-1 0,-2 1 0,1 0 0,8-1 407,-5 1 0,4-1 1,4 1-1,2 0 0,2-1 1,0 0-1,-1 1 1,-2-1-1,-4 1-90,5-1 1,-3 0 0,-2 0 0,0 0 0,1 0 0,1 0-1,3 0 96,-10 1 1,2-1-1,0 0 1,1 0-1,1 0 1,1 1 0,1-1-1,1 0 1,0 0-1,2 0-31,-5-1 1,1 1-1,1 0 1,2-1 0,0 1-1,1-1 1,0 1 0,0-1-1,1 1 1,-1-1 0,-1 1-1,0-1 1,0 1-2,0-1 0,0 1 0,-2-1 0,0 1 1,0 0-1,1-1 0,-1 1 0,1-1 1,2 1-1,0-1 0,3 0 0,1 1-1,-11-1 1,2 0-1,2 1 1,0-1-1,2 0 1,1 0 0,0 0-1,1 0 1,0 0-1,0 1 1,0-1-1,0 0 1,0 0 0,-1 0-1,-1 0 1,-1 0-1,-1 0 1,-1 0 4,6 0 0,-1 0 0,-1 0 0,-1 1 0,-1-1 0,0 0 0,0 0 0,-1 0 0,1 0 1,0 0-1,1 0 0,0 0 0,1 0 0,2 0-3,-6 0 0,2 0 0,1 0 0,0 0 0,2 0 0,-1 0 0,1 0 0,0 0 0,0 0 0,0 0 1,-1 0-1,0 0 0,-2 0 0,0 0 0,-2 0 0,-1 1 0,-2-1-9,12 0 0,-3 0 0,-2-1 0,-1 1 0,-1 1 0,-1-1 0,0 0 0,1 0 1,0 0-1,2 0 0,1 0 5,-6 0 0,1 0 1,1 0-1,1 0 1,0 0-1,0 0 0,1 0 1,0 0-1,-1 0 1,1 0-1,-2 0 0,0 0 1,-1 0-1,-2 0 9,8 0 1,-3 0 0,0 0 0,-1 0 0,-1 0 0,0 0 0,1 1 0,-1-1 0,2 0 0,1 0 0,1 0-6,-5 0 0,0 0 1,1 0-1,2 0 1,0 0-1,0 0 1,1 0-1,0 0 1,-1 0-1,0 0 1,-1 0-1,-1 0 1,-2 0-1,0 0-4,3 0 0,-1 0 0,-1 0 0,-1 0 0,-1 0 0,0 0 1,0 0-1,0 0 0,1 0 0,0 0 0,1 0-37,-1 0 0,1 0 0,0 0 1,1 1-1,0-1 0,0 0 0,0 0 1,0 0-1,0 0 0,0 0 0,-1 0 1,0 0 47,4 0 0,0 0 0,1 0 0,0-1 0,-1 1 0,0 0 0,-1-1 0,-2 1 0,0 0 0,-3-1 0,-2 1 0,10 0 0,-3 0 0,-3 0 0,-1 1 0,-1-1 0,1 0 0,1 0 0,2-1 0,0 1 0,0-1 0,0 1 0,0 0 0,0-1 0,0 1 0</inkml:trace>
  <inkml:trace contextRef="#ctx0" brushRef="#br0" timeOffset="8744">17578 886 32767,'-15'-48'-1678,"1"1"0,-2 5 0,-3 11-477,-25 20 4077,4 13-591,2 10 0,0 6 670,-13 15-1699,16-9 0,3 2-302,0 17 0,18-2 0,18-4 0,11-7 0,14-9 0,11-10-652,-5-10-321,21-19 564,-23-4 223,9-15 422,-24 2-102,-10 7 187,-9-9-848,-4 18-797,-6-3-48,-2 15-1422,-6 15-795,3 4 2520,-6 15 1,17-21 0,1 0 0</inkml:trace>
  <inkml:trace contextRef="#ctx0" brushRef="#br0" timeOffset="9053">17628 1393 25756,'-51'9'-297,"0"0"1,6-2-1,11 6 51,21 20 198,18-3 137,16-3 12,4-9 316,23 0 265,1-10 47,-4-3 261,-4-8-146,-26-8-85,-8-8-296,-6-6-388,-5 3-282,-11-11-321,0 14-930,-9-2-4573,2 18 5899,0 11 1,8-1 0,5 1 0</inkml:trace>
  <inkml:trace contextRef="#ctx0" brushRef="#br0" timeOffset="9877">3163 4197 19400,'0'-5'3389,"0"1"-2263,0 4-1188,-10-31 84,1 32 1,-26 16-34,12 40 13,6-13 1,3 4 19,7 1 1,5-2-267,3 16 280,8-24 1,5-4 58,15-4 96,12-2 128,2-16-123,-8-11 162,-7-16 1,-1-6 84,-2-3-143,-2-7 0,-1-2 194,-6-12-99,-2-11-246,-4 8 210,-7 13-367,-1 15-146,-2 11-219,0 15 118,0 14 27,3 18 42,7 13 162,9 4 33,12-4-5,-4-28 0,1-3-5,15 4 8,-9-13 1,3-5-252,18-6 275,-23-4 1,1-4 76,26-15 5,-16-16 4,-18-13-23,-15-10-366,-14 27 0,-4 0 314,-2-1 0,-4 2-15,-5 1 1,-2 2-136,-1 3 0,-2 2 82,-21-11 180,5 16-433,10 15-383,11 17-882,13 15-1871,21 12 3415,27 8 0,-15-20 0,8-5 0</inkml:trace>
  <inkml:trace contextRef="#ctx0" brushRef="#br0" timeOffset="10954">4340 3908 24435,'-15'-41'354,"0"0"0,1 3 0,2 16-342,3 46 12,4 10 0,3 7 13,2 4 0,2 2-705,-1 4 0,1 2 693,5 5 0,1 2-31,0 1 1,0 0 4,-1-11 0,0 1 10,0 12 0,-2-4 96,-2-3-117,-1-2 140,-2-25 410,2-21-421,-1-13 64,8-35-66,-2 9 1,0-3-79,-1 3 0,2-2 373,6-17 0,1 2-364,8-4-59,-5 17 0,1 3 15,7-1-10,2 11-3065,18 13 3029,-15 6-176,5 10 0,-1 4 157,-5 6-25,-3 4 0,0 5-139,-8 3 1,-2 1 71,13 19-111,-10-11 1,-2-2-194,6 5 163,6 3 3293,-3-19-3033,-4-14 581,-3-17-237,1-24-40,-4-11 57,0-17-141,-9 17 180,0-1 204,-5 19-433,0 3-186,-2 12 12,2 11 45,2 3-12,7 14-16,5 0 27,12 6-10,6-6-18,19-7 34,-15-9 1,17-12 21,-24-8 12,1-11-11,-13-7 33,-18-19-39,-13 4 0,-6-2 50,-12 8 23,1 17 33,-21 0-78,3 16-16,1 10-29,1 18-22,13 14-1,-3 19-2,21-11 0,5 3-36,5-4 0,4 1-783,6 8 1,6-3 664,15 11-1608,8-22 1,4-6 1545,7-4-28,0-6 0,3-5-52,-15-10 0,-1-5 161,16-6 1,0-4 145,-17 4 0,-1-3 14,1-5 1,-2-4 105,-9-6 1,-4-3 125,-1-1 1,-2-2-42,2-6 0,-1 1 19,-7 3 0,-2 3 244,-3-10-252,-2 15 1046,-4 8-1141,0 12 3158,-1 3-3315,-3 21 309,1 13-270,0 8-11,-1 16 11,5 8-5,2-12-1,3-13 0,2-3 12,3-4-17,3 1 61,-3-20 90,3-22-61,7-12 21,11-26-50,-12 16 1,0 0-138,-2 4 0,-1-1 145,6-6 1,1 1 25,1 3 0,1 2-59,0 1 1,1 2-21,2 2 1,1 4-17,13 3-6,0 16-6,-8 9-167,16 30-280,-15 4 201,-14-16 0,-1 1-1182,-2 6 1,-3 0 1450,4 15 0,-4-7 0,-7-18 0</inkml:trace>
  <inkml:trace contextRef="#ctx0" brushRef="#br0" timeOffset="11760">8589 4559 20621,'21'-37'925,"0"0"0,0 0 0,7-15 0,-9 0 426,-16 7 0,-8 1-1687,-6 1 0,-3 1-113,2 6 1,-4 3 765,-14 2 0,-6 9-329,3 19 1,-1 7 143,-8 1 0,1 6 138,-3 11 0,5 6-353,11-5 0,4 3 98,-1 9 1,3 3 160,9-7 1,3 2-4,0 7 1,4 1 96,6-3 0,6-1-405,12 0 0,4-4-744,15 9 454,-3-22 1,3-6-237,19-10 583,-21-7 0,1-4 56,0-4 1,-2-7 98,5-14 1,-3-5-41,-11 12 0,-2-3 212,5-16 1,-3-1 473,0-13-483,-12 23 0,-2 0 1517,-2 2 1,-2 3-2070,0-8-43,-4 13 95,-4 21-32,-4 18 196,-5 18 34,1 6 1,0 5-266,2 1 0,2 3-167,0 16 0,2-1-198,4-17 0,4-2-4224,4 11 1,3-3 3482,4-1 1,1-2 0,-11-35-1</inkml:trace>
  <inkml:trace contextRef="#ctx0" brushRef="#br0" timeOffset="12420">10750 4885 18657,'-2'-46'919,"0"-1"1,-1 1 0,1-6 0,-2 0-1,1 2-202,-2-13 0,0 1-1222,1 1 0,0 0 682,1 16 1,0 1-1,0 4-6,1 2 0,0 6 603,0-8-819,0 22 310,1 27-270,0 53-4,1-19 1,0 4-503,0 0 1,0 4 0,0 0 474,0 3 1,0 0 0,0-1 3,0-8 0,0-2 1,0 5-135,-1 5 1,0 5 0,-1 1 0,1-3-131,-1 1 1,-1-3 0,1 3 177,0-9 1,0 3-1,0 0 1,-1-1-131,0 1 0,0 1 1,-1-3-1,1-6 189,0 0 0,-1-2 28,-1 23 1,-7-9 679,-16-31-593,-9-26 0,10-17 0,1-10 19,-1-12 1,3-8-680,6 8 0,2-2 0,0 0 654,-2-12 1,1-5 16,8 9 0,0-7 0,2 0 1,1 6-35,0-8 1,3-2-5,0 11 0,1-8 0,1-3 0,0 1 0,2 7-12,1-5 0,1 6 0,1-4-15,0-1 1,0-5 0,1 1 0,1 5 0,-1 7 1,1 4 0,3-2-1,6-13 1,3-3 0,3 7-10,4 3 1,5 4 1,-3 4 1,3-2-1,3 7-364,12 2 1,3 8 361,2 8 1,2 6-9,0 7 0,0 8 279,-2 10 0,-2 5-271,-11-1 0,-3 6-36,8 23 0,-7 9-6,-18-11 1,-6 2 25,2 21 0,-11 2 27,-19-9 1,-12-2-5,2-16 1,-4-2 0,-3-2-260,-4-1 0,-4-2 0,-1-2 217,0-2 0,-2-2 0,-2-2-152,-2-2 1,-2-3 0,4-2-88,0 0 0,3-4-1641,-5-5 0,8-6 2257,17-11 1,6 2-1,14 0 1</inkml:trace>
  <inkml:trace contextRef="#ctx0" brushRef="#br0" timeOffset="13087">11559 3758 23601,'-4'51'168,"12"4"-154,7-26 0,4 0-360,0 1 0,-1 2 362,-2 0 1,-3 0 45,1 29 217,-23-7 7,-16-11 156,-13-15 113,-3-13 149,5-19-346,9-12-263,11-6-5,14-26-90,10 20-17,5-1 0,8-1 9,11 3 0,6 1-122,2 0 0,4 0 121,10-4 1,2 1-345,-8 8 1,0 2 352,-3 1 0,-1 1 0,-6 3 0,-2 1-12,20-5 7,-23 8-12,-19 6 6,-19 12 22,-14 6-5,-15 16-1,-6 7-16,2 6 11,13-9 555,11 19-560,19-17 10,10 16 809,7-22-814,4-10 0,2-3 17,19 0-1,-12-7 1,0-1 6,10-3 55,3-12 57,-11-16-46,-6-8-38,-9-16 27,-18-3-5,-15-7-17,-6-1 17,-11 3 16,-5 9 6,-2 11-72,3 12-57,6 11-27,8 10-46,3 13-61,5 13-207,4 14-331,11 12-521,13 7-106,-2-28 1,3-1-175,4 0 1,4-3-1491,2-4 0,2-2 2212,25 6 1,-21-13 0,-15-10-1</inkml:trace>
  <inkml:trace contextRef="#ctx0" brushRef="#br0" timeOffset="13545">12788 3872 16656,'14'-56'1380,"0"0"0,1 0 0,-3 4 0,-1 1 0,-3 6-759,-4 2 1,-3 5-199,-3 4 1,0 2 136,-5-14-236,-2 18-268,2 15-61,2 11-6,3 16-6,0 19 22,1 27-693,1-18 1,-1 2 690,1 9 0,-2 2-12,-3 7 1,0 0 11,0-11 0,-1 0 4,-3-2 0,-1 2 1,1-4-5,0-6 0,0 0-58,-3 13 1,0-4 65,0-3 73,6-23 118,2-15-17,3-15-96,2-14 1342,6-20-1391,7-16-12,3 5-322,1 6 0,3 0 330,-5 15 1,1 1-12,7-12 0,1 1-30,16-6-151,-2 15 150,2 14-5,2 12-11,11 23 5,-11 10 8,-19-5 1,-3 2-3,-1 14-17,-9 15-11,-27-7 27,-1-17 1,-6-1-98,-10-1 0,-6-3 61,-7-2 1,-3-3-82,-3-3 0,-1-3-468,1-5 0,1-2-67,6-3 0,3-3-7098,-20-7 7762,29-5 0,21 2 0,11 3 0</inkml:trace>
  <inkml:trace contextRef="#ctx0" brushRef="#br0" timeOffset="14270">13425 4033 26138,'-18'-40'43,"0"0"0,3 0 0,10 0-29,21 3 0,7 1-825,-3-7 1,-1-2 821,-1-7 0,-1-1-11,-4 9 0,-1-2 11,-3-2 0,-1-4 1,-1 3 16,-2-1 0,-2 1 5,1 5 1,-1-2-1,-3 3-76,-4-3 1,-3 6 98,-3-9 454,-9 15-544,9 33 29,-6 16-1,7 8 1,-4 37-4,10-24 1,1 3 83,3 16 0,3 7-96,3-5 1,3 3 0,0-2-234,-2-16 0,0-2 0,1 2 183,4 16 0,3 3 0,1-4-108,-2-14 0,1-3 0,-1-1 83,3 10 1,1-1-129,7 8 0,0-6-342,-1-7 0,3-4 292,-8-21 318,-4-24 657,-2-21-483,-5-19 141,-4-10 122,-5-2 1459,-6 9-1593,-6 15-164,-7 16-183,5 11-6,0 5 1,12 10 21,12 2 24,27 8-24,14-7-3419,8-2 3406,-24-9 0,-1-2 19,16-8-18,7-8 69,-16-12 39,-15-22-50,-13 14 50,-11-20 16,-12 22 35,-9-4 5,-9 11 73,-18 10-197,12 13 3407,-19 16-3395,11 25 10,8-2-49,12 6 0,6 3-51,9 19-1707,4-24 1,4 1 1597,8 1 0,6-1-235,5-7 0,4-2-724,7 7 1,4-1 1101,6-2 0,0-5 0,6 3 0,-6-9 0</inkml:trace>
  <inkml:trace contextRef="#ctx0" brushRef="#br0" timeOffset="15070">14566 3978 22359,'22'-58'842,"1"-1"0,-3 7 0,-4 8-635,-4 16 165,-5 10-294,-5 12-62,1 9 12,1 14-1,0 5-21,2 20 54,-4 4-69,-4 0 1,-1 1-3,-3 10-187,-1-12 0,-2-4 232,-6-7 44,-4 1 6,5-16 291,-2-12-184,7-16-68,0-12-17,2-15-55,4 1 33,0-18-23,5-1 168,0 20 0,2-3-168,3-9 1,2 1-34,2-8-20,-2 20 1,1 4-20,-2 14-12,7-5-38,17 10 61,12 2-12,-11 8 1,1 2 11,18 6-11,-14 7 0,-1 6 11,8 16-173,-15-8 0,-3 4 156,-10-3 0,-4-1 12,3 19-7,-15-14 1,-6-1 17,-10 4 5,-5 6 79,-6-21 78,14-16 5,-2-7 291,11-15-369,8-17-50,2 0 22,10 1 0,2 0-39,6-4 6,10-1 0,6 2-23,-8 15 0,2 3-11,0-2 0,1 2-3,4 5 0,-1 6-30,14 14-15,-19 0 1,-1 5-368,0 6 0,-2 4-61,0 5 0,-2 4-1067,-2 5 0,-1 1 1543,-4-2 0,-3-2 0,5 11 0,-12-20 0</inkml:trace>
  <inkml:trace contextRef="#ctx0" brushRef="#br0" timeOffset="16594">17340 3713 20341,'-40'-28'350,"0"0"1,0 0 0,1 3-1,0 3 1,2 9-295,-5 16 1,2 10-564,0 1 0,1 5 498,3 5 1,3 4-17,4 4 0,4 2 5,6-7 1,4 2-105,1 22 1,7 2-107,7-14 1,4 0-501,3 19 0,5-1 276,7-11 0,7-5 62,5-2 0,5-5 151,7-4 0,4-5 160,5-6 0,2-5 86,-10-3 1,1-6 109,0-6 1,2-3 0,-4-4 128,1-3 0,-2-4 89,17-7 0,-2-4 56,-19 0 1,-6-2-82,-5-1 1,-4-1 67,4-17 24,-18 13 0,-6 0 160,-11-10-117,-10-11 261,-14 26-608,-9 16-52,-7 19-32,-1 16-1,2 15-34,9 11 807,12-7-809,17-9 0,4 0-3,8 13-28,14 16 681,6-27-628,4-18 1,4-4 58,19-7-23,-13-5 1,1-5-77,-6-5 0,-2-5 169,-2-4 0,-2-2 28,-3-2 0,-3-2 159,10-27 7,-12-1-23,-7 3-157,-7 12 286,-2-4-236,-2 23-151,0-1-95,-1 15 17,-4 15 0,-3 15 287,-3 19-348,0 1-155,4-6 0,2-1-48,0 4-299,4 2 0,3-1 176,5-9-492,24 21 604,6-43 230,25-8 140,-29-11 0,-1-6-9,2-3 0,-1-3 211,-2-3 0,-2-3 5,-4 0 0,-3-2-11,-4 0 0,-2 0 274,8-24 18,-10 7-40,-7 12-201,-4 13-253,-4 10-117,-1 8 67,-2 13 270,-5 11-259,-2 16 0,1-4-16,0 24-12,7-19 17,1 15 11,6-23 51,2-12 5,3-12 157,16-18-45,4-13 28,19-18-104,-24 16 1,0-1-281,2-1 0,-1-1 255,-1 1 1,0 0-32,0 2 1,1 2-26,22-16-17,-1 13-22,-1 12-89,0 19-112,-1 18-314,-3 19-146,-22-14 0,-2 3-2036,-3 3 0,-2 2 2714,-3-4 0,-1-1 0,0 10 0,-5-19 0</inkml:trace>
  <inkml:trace contextRef="#ctx0" brushRef="#br0" timeOffset="17261">20029 3880 22856,'1'-54'603,"1"0"1,-1 0 0,1 5 0,-1 1 0,-1 3-305,1-3 1,-1 5-165,-2-10 33,0 12-185,0 33-61,0 7 72,6 19 12,7 23-9,-2-7 0,0 5-383,1 1 0,-1 4 1,0-2 382,1 5 0,-1 1 5,-3-1 0,0 3 0,-2-4 0,-1 0 1,-2-3 8,-2 9 1,-1 0-4,-1-10 0,0-4 32,-7 19 32,5-29 85,0-16-50,6-25-12,5-15-17,6-23-42,-1 17 1,1-1 478,5-6 0,2 0-459,1-2 0,3 1-423,1 1 1,2 3 377,0 4 1,1 3-4,5 4 1,1 5-26,23-3 17,-4 12-33,-6 24 16,-14 13 0,3 17 0,-13 12 12,-13 9-15,-22-22 1,-6 0-421,4-12 1,-3-1 458,-24 12 1,-8-5-14,5-13 0,-2-4-32,-10 4 1,-3-3-48,5-5 1,2-4-317,7-6 0,5-6-1633,-5-14-6264,35-18-776,22 3 8551,14 0 0,-15 21 0,-2 4 0</inkml:trace>
  <inkml:trace contextRef="#ctx0" brushRef="#br0" timeOffset="17629">20929 3743 22553,'-29'47'282,"0"-1"0,3-4 0,13-8 205,32-15 598,17-8-917,-8-7 301,14-11-206,-16-8 140,6-18-184,-9-12-102,-8-4 279,-9-1-211,-9 14-17,-6 7-17,-11 8-128,-5 10-12,-2 7 0,3 8 17,-10 18-56,9 18-45,-3 15-276,22-20 1,6 1 79,5 0 0,4-2-279,10 23-520,1-20 1,2-2-1179,12 4 1601,-8-10 0,0-3 0,-4-7 1,-1-1-1</inkml:trace>
  <inkml:trace contextRef="#ctx0" brushRef="#br0" timeOffset="18161">22951 3773 19132,'4'-6'4984,"-1"2"-4486,9-29 1,0-10 84,-6 0-284,2-13 1,-3 1-171,-14 17 78,-24-7-168,15 31-22,-20-3-73,13 17 6,1 11 16,7 17 6,15 21 17,8 0-543,10-1 1,4 1 564,8 6-17,-5-16 1,4 6-1,0-4 6,-3-6 0,1-1-6,8 13 1,-1 0-1,-14-16 1,-4-1 27,-7 17-16,-18-18 10,-18-13 1,-6-5-28,-12-2-135,7-6 0,-6 0 1,3-4 142,2-4 0,1-2-56,-17-4 0,2-3-193,20-3 0,5-3 843,-9-14-2045,32 1 1,11-2-5252,28-12 6646,-9 15 1,1 2 0,13 3 0,-13 15 0</inkml:trace>
  <inkml:trace contextRef="#ctx0" brushRef="#br0" timeOffset="18520">23592 3705 24486,'-51'-9'272,"0"0"1,2 4-1,5 7-232,-5 30-908,6 12 868,15-5 14,18-7 0,6 1 3,7 0 14,12 4 0,7-2 3,8-8 19,9-2 0,4-3 76,6-9 128,-16-5 1,1-4 224,12-17-331,-19 1 214,-4-23-242,-17-1-45,-6-14-50,-6-8 17,-8 1-17,-5 3-56,-8 7-17,11 19 246,-5 9-700,14 20 135,1 4-1339,2 29-246,5 5 258,1 10 1012,2-14 1,0-3-1,-1-8 1,2 14 0</inkml:trace>
  <inkml:trace contextRef="#ctx0" brushRef="#br0" timeOffset="18828">23855 4171 24421,'10'-44'337,"1"0"0,0 1 0,-1 0 1,-1 0-1,0 3-234,-2-5 1,0 0-59,0 1 0,0-4 0,1 1-1861,-1 1 1,1 1 0,-1 0 1829,0-1 1,1 0 0,-1 0 31,-1 0 1,-1 1 0,-1 0-425,-2-15 1,-2 2 425,0 10 0,-2 1 384,-4-6 0,-5 8-398,-3 16-68,-25-2 23,18 29 2,-23 19-8,15 30 20,12-9 0,3 6 406,1 11 0,5 5-430,5-13 1,1 2-1,2-1 1,2 13 1,3 2-106,2-16 1,3 4-1,1 0 1,1-5-102,1-2 0,1-4 0,2 3 321,6 14 0,2 4 0,0-7-442,1-6 0,1-5-1356,11 5 1,2-5-5339,9-3 7041,-17-16 0,-2-3 0,-2-8 0,-12-10 0</inkml:trace>
  <inkml:trace contextRef="#ctx0" brushRef="#br0" timeOffset="19928">24349 3911 19087,'-8'-55'1885,"0"1"1,0 5-1,-3 6-1027,-12-3-382,1 13-286,4 13-195,7 10-40,7 9 62,6 13-17,1 2 28,18 30-23,4-6-8,-6-10 1,3-1 7,21 15 18,-1-11 44,-6-10 50,-9-11 63,-5-13 60,-2-11 29,-2-14 0,-3-14-101,-5-13-107,-6 24 1,-2-2-142,-1-1 1,0 0 213,-2-28-61,-1 14-51,0 19-134,0 14-61,2 12-46,4 15-122,9 14-163,12 19 173,1-2-1002,-1-4 1,3 0 372,-7-11 0,1 1-234,8 12 1,4 0-1734,1-6 0,0-2 2473,12 8 485,-16-20 0,0-5 1430,-1-9 1161,-1-1-197,-14-7-840,-11-4 89,-10-3-962,-5-3 3161,-3-1-3565,0 0-101,4 4-72,5 2-79,5 1-28,9-1-23,8-3-38,13-3 50,6-1 27,2-3-32,-10 3 21,5-12 6,-16 0 1,5-12-12,-13 2-12,-4 3-10,-10 4-6,-7 5 0,-12 6 11,-3 7-28,-4 7-11,1 14 12,-1 12 4,2 16-4,6 12-29,9 11 3,14-28 0,4 1-233,5 1 1,4-1 162,5 0 0,5-1-140,13 3 0,4-3 148,-13-11 1,3-2-239,26 5 0,1-7 90,-4-8 137,-13-4 1,4-3-172,9-9 0,-2-4-408,6-1 719,-1-3 1,0-6 94,-24-2 1,-5-3 13,20-16 23,-17 9 0,-5-3 173,0-15 61,-4 1-187,-16 15 0,-6 0-30,-17-6-107,1 12 0,-5 3 12,-36-2-60,25 18 1,-1 2-12,1 5 1,-1 2-9,-26 14 5,28 3 1,3 4 16,-7 12-16,14-4 0,4 2-18,5 14-38,3 14 16,21-4 34,16-6-16,20-11 21,9-16 34,3-15-5,-4-20 33,-5-16-20,-26 6 1,-2-5 22,3-16 0,-3-5-22,-3 1 0,-2-5 15,-5 5 0,0-6 0,-2-1 0,-1 5-340,2-8 0,-2 0 369,-4 8 0,1-6 1,-1 1-1,-3 9 31,-2 6 1,-1 5-99,0-9 1,-1 4-26,-7 3 0,3 26 656,-2 7-656,-9 45 0,8-10 0,1 3-252,-3 6 1,1 4 169,2-2 0,1 3 0,1-1-504,2-2 0,0 0 1,1 2-160,-1 11 0,1 3 0,0 0 745,3 5 0,0 0 0,1-6 0,-1-5 0,0-4 0,3-6 0,0 0 0</inkml:trace>
  <inkml:trace contextRef="#ctx0" brushRef="#br0" timeOffset="21969">27835 3506 12819,'-50'13'-605,"0"0"0,5-1 0,8-8 3708,20-17 370,9-17-645,11-18-1117,3-14-1206,0 25 0,1 0-586,-1-1 0,0 0 341,0 0 1,0 3 142,4-24 85,-2 19-444,-3 20-133,-3 15 173,-1 11 61,-4 41 1,-2 14-99,3-29 1,-1 1-407,0 13 1,-2 6 0,1-2 416,-2 8 1,0-1-459,-1 3 0,0 1 437,0-12 0,1 1 0,-1-2-9,1-4 0,1-1 1,-1-2-147,-3 12 0,1-4 140,2-10 0,-1-4 47,-3 12 246,3-24 1276,4-14-1286,2-11 1396,1-24-1707,3-13-25,1-10-166,2 15 0,2-2 167,2 5 1,2 1-12,4-9 0,3 1-16,1 3 0,4 3 48,1 4 1,3 3-9,2 3 0,2 5-5,21-4-29,-8 15 1,0 7 8,-13 4 0,0 5 22,20 9 1,-1 7-1,-19-1 1,-4 2-1,-2 1 0,-4 1-52,-4 29-19,-31-12 85,-3-17 1,-6-2-57,-24 3 1,-7-3-501,3-5 0,-3-3 450,-2-1 0,1-3-244,3-5 0,3-4-423,14-4 1,3-2-2742,-3-2 0,3-3 2802,-8-8 1,23 1 0,12 4 0</inkml:trace>
  <inkml:trace contextRef="#ctx0" brushRef="#br0" timeOffset="22328">28570 3548 25180,'-46'33'132,"0"-1"0,1 2 0,17 0-10,47 12-378,12 2 130,13-2-172,-13-27 0,1-4 425,21 4-4,-17-11 0,1-3 84,17-9-110,-8-7 429,-14-19-93,-10-5-40,4-13 195,-5-4-264,-7 16-96,-5 9-142,-7 19-176,-3 11 56,-7 14 70,-15 42-107,2-7-399,5-9 0,-2 6 1,2 0 385,-1 5 0,1 3-108,1-1 0,-1 4 0,2 0-350,3-5 0,1 0 1,1 0-2186,0 3 1,2 0 0,0-2 2717,2-7 1,0 0 0,1-5 0,0 3-1,1-7 1,0 4 0</inkml:trace>
  <inkml:trace contextRef="#ctx0" brushRef="#br0" timeOffset="24336">30576 3844 20201,'12'-61'1303,"0"0"0,-3 2 1,-2 3-1150,-4 17 0,-3 2 128,-3-5 1,-4 2 0,-6 9 0,-4 2-120,-21-23-124,-14 17-28,1 40 0,9 9-14,15 8 1,0 7-876,-1 13 0,1 4 869,-1 3 1,1 2-4,7-9 1,1 0 0,3 0-9,0 8 1,6-1-40,3-6 0,6-2 67,6-7 1,3-4 47,10 9 369,15-15-22,-6-29-240,4-3 206,11-36-189,-14 7-127,-8 9 0,0-1 25,8-12-55,-8 11-23,0 6 1236,-11 17-1253,0 5 594,-3 24-580,-4 8 0,-1 5 0,1 5 1,-2 5-1122,-1-4 1,-1 3 0,-1-1 1106,0 6 0,-3 1-71,-1 8 1,-3 5-1,0-2-524,1-13 1,0-2 0,-1 3 472,-1 2 0,-1 3 1,-2 1-1,-1-3-93,-5 8 1,-2-2 0,-3-2 16,-3-2 0,-3-1 0,-2-2 138,0-6 1,-3-2 0,0-3-81,3-8 1,-1-2 0,0-5 184,-7 0 0,1-11-426,-12-25 230,26-19-291,25-25 0,14-10 44,-1 25 1,3 2-1,3-4 192,1-4 1,2-3 0,2-1 0,1 1-180,2 4 0,3 0 0,0 1 0,1 0 239,0 0 1,1 0 0,0 2-1,0 0 165,-2 3 1,0 0 0,1 2 0,-2 0 51,6-7 0,-2 2 1,-1 2 3,2-3 1,-3 1 219,4-9 0,-4 3 616,-12 17 1,-1 2-548,7-13 0,0 1 81,-7 12 1,0 2 445,18-24-482,-6 14 1176,11-3-1288,-11 19-151,12-2 297,-6 14-398,1 15 1954,-2 9-1932,-3 13 361,-7 9-344,-9 6 0,-6 2-22,-3 3-11,1-2-1,3 2-10,6 0-23,5 3-11,4 1 11,-4-10 0,0 16 112,-15-25 168,-6 8 28,-16-23-68,-11-10-49,-9-14-6,-3-9 0,2-12 17,7-7-62,14-5-62,18-5-28,23-3-47,-3 21 0,5 1-290,7-1 1,4 2 288,6-1 1,2 2-527,3 0 0,2 2 510,1 1 0,-1 2 19,-2 1 1,-3 1-3,-11 5 0,-2 0 16,2-1 1,-3-1 75,-5-1 29,3-5-24,-23 4 475,-7 2-514,-4 1 1082,-3 2-1121,-5 4-11,-6 4-5,-9 11-17,-9 9 27,4 6-19,8 1 1,1 4 24,-2 17-22,9-5 0,2 1 6,4 6-45,16 15 44,12-28 1,16 4-1,13-11-184,11-12 251,3-13 52,-1-15-46,-16-2 124,2-27-74,-25 3-66,1-8 50,-23-15-73,-15 18-25,3 14 0,-3 1-3,-24-10-22,-3 10-28,3 11-73,7 10-196,9 17-56,11 8 67,6 7-515,13 15-499,11 0 426,-2-13 0,4 0-296,5 0 1,3-2 496,5-2 1,2-3 151,3-5 0,1-2 294,-1-5 0,1-2 448,-4-5 1,-1-4 1084,28-15-662,-26 1 682,-7-18-59,-22 8-92,-3-8-167,-6 1 417,-3 4-960,-3 6-241,0 8-264,4 8-117,2 5 90,1 13 89,-1 12 0,1 17 12,2 14-6,7 4-1,10-1 7,11-9 10,5-10 40,3-16 34,0-10 21,-1-17 24,-1-9 44,-2-13 11,-4-10-45,-8-6-39,-9-7-33,-5-1-56,-11 2-29,0 9-5,-5 11-185,3 13-352,2 10-219,1 7-522,2 11-1338,0 10 1768,0 17 0,1-16 0,0 1 0</inkml:trace>
  <inkml:trace contextRef="#ctx0" brushRef="#br0" timeOffset="24786">32591 3954 18655,'1'-4'5937,"0"0"-3478,-1 4-2296,24-59-253,-18 44-5,18-38 100,-24 75 29,1 25-31,-1-11 0,1 5-323,0 0 1,-1 5 0,1-1 311,0-2 1,-1 1-1,0-1 4,1 1 1,-1-1-1,1 0-2,-2 20 1,0-3 2,-1-18 0,-1-1 11,0 4 1,-1-1-14,-6 15 55,-2-27-16,3-19 27,-7-22-16,-5-17-28,-11-26-240,14 18 0,1-6 234,6 1 0,2-5 0,2 3 39,0-5 1,4-1-38,6 0 0,3-5 1,4 5-699,10-5 1,5 3 674,-3 8 1,1-1 0,3 2 5,2 3 0,2 1 1,1 2 3,6 0 0,2 2 0,-2 3 2,1 0 1,1 4-9,8 0 1,-2 6-195,0 10 183,6 7 397,-20 9-380,-6 44 17,-32-8-14,5-11 0,-5 0 84,-16-3 1,-6-3-91,0-7 0,-3-1-59,-10 5 1,-4-1-1105,-11-1 1,-1-2-3751,12-6 1,3-2 3447,1-1 1,5-2-1,6-4 1,23-3-1</inkml:trace>
  <inkml:trace contextRef="#ctx0" brushRef="#br0" timeOffset="25734">3421 6374 20772,'-4'-60'1197,"0"0"0,1 5 0,-3 13-945,-4 27 112,-15 4-286,-1 13-39,-18 19-14,21 0 1,1 3-259,-2 6 0,1 3 202,2 1 1,3 1 64,4-1 1,4-2-68,7 26 5,21-14 11,20-15 11,18-16 25,-22-16 1,2-5 39,9-10 0,0-4-834,-9-2 1,-2-2 836,-1 0 0,-4-1 179,2-25-507,-22 11 367,-6 0 90,-26-14-147,2 28 35,-5 1 1,-5 2-7,-7 6-93,7 6 0,1 3-24,-2 7-113,-2 16-162,18 20-601,3 21 201,11-20 0,4 0-2811,10 23 3530,2-27 0,1-3 0,0-7 0,2-1 0</inkml:trace>
  <inkml:trace contextRef="#ctx0" brushRef="#br0" timeOffset="26086">4377 6160 22705,'-20'-50'1068,"-1"1"0,-5-4 0,-1 9-827,-2 19-208,-11 1-94,11 36 27,2 32 39,14-3 1,1 5-792,3-7 0,1 3 0,1 2 775,-1 7 0,2 2 0,0 1-25,1 5 1,1 1-1,1 1-39,1-12 1,1 0 0,1 1 0,0 1-89,0 2 1,2 0-1,0 1 1,0 0-583,1 2 0,-1-1 1,0 1-1,0 1 395,0-1 0,-1 1 0,0 0 0,-2 0-117,-1-1 1,-3 1 0,-1-1-1,-1-1-361,-2-3 1,-2-1 0,-1-1 0,-1-2 941,-7 7 0,-2-2 0,-2-5 502,-7 3 0,-4-14 315,-22-29-435,33-35 0,6-13-224,7 1 1,3-5 0,3-3-164,0-8 0,2-4 1,3-1-40,2 10 0,3-1 0,0 0 0,1 1-52,0-5 1,2 1 0,2 0-17,2 5 1,2-1 0,1 0 0,4 2-66,2 2 0,3 1 0,1 1 0,1 0-108,-1 1 0,2 1 1,0 0-1,3 1-328,3-1 1,2 0-1,1 3 1,0 3 473,8 2 1,0 4 0,-4 4 0,-4 2 0,-3 5 0,-3 4 0,0 1 0</inkml:trace>
  <inkml:trace contextRef="#ctx0" brushRef="#br0" timeOffset="26619">6729 6088 20106,'0'-7'2089,"-10"-24"0,-5-4-1540,-3 5-392,-2-9 0,-3 3 44,-10 12-116,-8 11-40,-5 15-45,-5 15-6,10 5 11,14 4 1,4 4-785,-1 18 757,10-12 0,4 2 5,18 25-1,4-32 1,4-2 9,7-2 0,3-2 124,5-1 0,3-3-116,2-2 0,2-2 8,-1-2 1,0-1 2,-6-3 1,-1-1 106,10 6-16,-20-5 32,-26-2-72,-38 2-45,-18-1-188,26-5 0,-2 1 179,-5-1 0,-1-1-25,9-1 1,0 0-110,-6 1 0,-1-1-295,7 0 1,2 0-2297,-15 3 2717,22 1 0,15-2 0,10-1 0</inkml:trace>
  <inkml:trace contextRef="#ctx0" brushRef="#br0" timeOffset="28094">7141 6111 24704,'8'-46'566,"-1"0"0,1 4 0,-4 12-589,-6 26-44,-2 16 50,-3 18 17,-3 24-6,4-18 1,0 3-546,1 3 0,0 1 551,1 1 0,0 0-9,1-3 1,0-1-25,0-5 0,1-2 39,-1 19 22,1-19 90,1-17 229,1-12-291,4-30 1057,-2 7-1085,6-20 0,1-2-22,1 3 16,6-11 1,2 0-18,1 10 3,0 2 1,3 1-9,13-5-20,-12 18 1,2 1-9,26-8-11,7 15 22,-19 13 6,8 19-12,-20 13 6,3 16 12,-8 10 2,-14-20 0,-2 0-8,1 13 54,-10 13-20,-5-32 16,-4-2 56,3-13-45,4-11 51,-2-21-45,3-7-11,-1-21-6,8-7-22,8-4-17,2 23 0,2 2-11,17-14 0,0 8-34,3 24-73,-4 13-61,14 12-23,-16 6 1,1 3-1,-3 1 1,-1 1-106,-1 2 0,0 1-55,0-1 0,0-1-881,17 11 285,-16-13 0,2-2-624,7 0 0,-1-4 859,13 4 401,-13-12 0,1-5 580,12-15 610,8-11-246,-14-2 814,-17-6 1,-4-4-283,-2-13-910,-6 15 0,-2-1 640,-6-22-117,-7 16-223,-5-4-180,-11 13-341,4 15 322,-21 17-351,8 17 12,-7 5-12,-2 19-8,21-15 0,1 2-8,-12 27 11,15-24 0,4-2 5,5 4 6,11-4 17,8-13 22,11-5 51,8-10 100,14-22-106,-15 2 106,11-21 57,-23 6 16,1-9 23,-7-6-118,-9 16-107,-4 6-22,-3 17-117,0 7-28,-4 13 94,-1 12-4,0 18 10,1 8 0,5-9-10,7 6 4,19-4 7,-4-8 2,8-12 0,4-4-2,16-8-216,-19-4 0,0-2 226,2-8 1,-2-4 16,19-15 3,-16 0 1,-1-5-1,-7 1 0,-3-2-14,-2-1 1,-3-1 13,-6-7 0,-3-1-3,-4 3 1,-1-3-20,-2-2 1,1-3 0,-2 0-622,1-15 0,-2 0 627,0 14 1,0-2-1,-1 3 2,0-7 1,-2 4-4,1 12 1,0 3-351,-6-20 398,-3 30-73,0 8 17,-6 23 6,-3 21-6,-4 26-381,3 0 387,10-12 0,2 5-6,3 8 0,3 2-14,0 2 0,2 2 19,3-14 0,0 1 0,3-3-30,7 10 0,3-5 22,-3-12 0,4-2-5,15 6 0,6-7 115,-10-16 1,2-5-125,19 7 1,4-7 10,-14-14 0,-1-5-534,-2-1 1,-1-3 539,17-20-18,-18-1 0,-3-5 26,-5-1 0,-1-3-10,-2 0 0,1-2 1,-3-2 29,-5 0 0,-3-1 0,-2-1-10,1-3 1,-3-1 0,0 2-14,1-11 1,-3 0 7,-2 12 0,-1 0 0,-4 0-198,-6-13 0,-4 2 235,2 2 0,-3 2 0,-5 2 1,-3 7 1060,-10 1-1100,10 20 751,6 17-767,5 24 5,2 28 2,1-7 1,1 2 181,1-2 0,0 3-205,0 9 1,0 7-1,0-2-349,1-11 0,0-2 1,0 2 322,0 8 0,-1 2 1,1 1-155,2-8 1,0 2 0,1-1 0,1-5-147,6 15 0,2-4 207,-5-10 0,0 1 0,7-4-919,17 6 0,7-10-534,-9-21 0,4-5-1709,13 6 0,3-8 3302,-1-16 0,-3-6 0,6 1 0,-5-11 0</inkml:trace>
  <inkml:trace contextRef="#ctx0" brushRef="#br0" timeOffset="28644">10131 6321 17826,'9'-48'2371,"-1"1"0,-1 4 0,-8 9-1513,-19 13-343,-5 8-257,2 7-197,8 4 1,4 2-85,8 3 23,2 0 40,7 15-35,7 1 12,14 6-6,12-5 0,9-8 23,5-7 22,0-11 50,-9-8 57,-10-10 33,-13-6-123,-11 3 89,-9-17-39,-10 13-16,-6-10-57,-1 18 56,-14 5-106,6 13 6,-10 7-12,5 14 6,2 15 12,1 15-12,4 14-12,7-9 1,9-11 0,3 1-17,10 13 19,-1-17 1,4-1-3,22 12 5,7-10 6,2-12 6,-1-13 11,-3-6 5,0-12-11,-1-5 1,-9-4 32,10-20-32,-13 2 16,12-19-600,-4 2 583,-5 9 6,-4 12 0,0 2-6,2 0-111,3 4 1,1 1 99,4 9-5,15 0-18,-9 21-61,7 25 34,-16-4-23,-10-3 0,-3 3-257,1 13-729,4 15-1081,-10-27 1,-1-1 1990,9 22 0,-7-20 0,-5-15 1</inkml:trace>
  <inkml:trace contextRef="#ctx0" brushRef="#br0" timeOffset="29584">13131 6258 22038,'14'-60'1069,"1"0"1,-4 5 0,-1 4-863,-5 16 1,-4 3 78,-9-20-163,-13 16-95,-20 17-11,-17 19-12,24 8 1,-1 4-277,-1 5 1,1 4 259,4 3 0,3 3 0,6 1 0,5 3-12,3 30-10,32-1 21,3-31 1,5-3 0,9-2 0,6-3-3,6-2 0,2-4 2,4-1 1,0-3 3,-2-1 0,-1 0 8,-8-2 0,-3 1-6,14 5 175,-29 2-119,-35 5-39,-29 6 3,6-10 0,-4-1-491,-7 2 1,-3-1 487,-4 1 0,-1-2 6,0-2 0,2-1-1,3-3 1,2-1 0,5-4 0,4-1-6,-19-1-431,21-3 229,19-1-2105,23-5-90,25-2 277,-3 1 0,5 0-23,10-1 1,4 0 993,7-1 0,1-1 1099,2-2 0,0 0 425,0-2 1,-2-1 56,-1-2 0,-3-2 951,-1 0 0,-3-2 85,-2 0 0,-2-2-292,-4 0 1,-3-1-281,-3 2 1,-3-2-258,-6 3 0,-1-1 408,10-17-133,-14 9-203,-11 8 977,-6 11-1598,-4 6 911,-10 12-1023,-11 13-12,-11 18 1,-2 11 133,8 6-139,12-3 6,21-6 16,15-7 6,21-10 12,14-11-4,-23-12 0,0-4 23,2-4 0,-1-3 5,-2-2 1,0-3 80,23-18 79,-11-7-61,-12-3-34,-11-1-23,-11 1-61,-5 3-56,-4 7-169,-2 8-408,1 8-744,-1 7-859,1 4-2503,2 1 4722,0 3 0,0-1 0,0 0 0</inkml:trace>
  <inkml:trace contextRef="#ctx0" brushRef="#br0" timeOffset="29994">14578 5857 23187,'13'-61'1217,"0"0"0,-2 8 0,-5 8-830,-10 17-331,-2 15-146,-1 11 57,-3 22 38,-6 22 20,6-8 1,0 4-759,-1 8 1,1 2 726,0 5 1,1 2 2,2 3 1,0 0-10,2-1 1,0-1 5,2-3 1,1-3-12,3-8 0,0-3 17,3 16 56,1-24-5,-1-18 391,4-17-363,-2-5 33,11-20 1493,3-8-1547,-1 4 1,2-1-36,11-15-150,-5 12 1,3 2 131,-6 14 1,1 2-12,8-3 1,1 1-1,-1 7 1,0 4 5,27 3-28,-10 21 0,-26 7 0,-3 4 11,4 14 3,-12-6 0,-8 2-3,-21 9-202,0-16 1,-7-1 178,-9-2 1,-8-2-133,1-8 0,-5-1 1,3-2-378,-4 2 0,-1-4-370,2-2 1,-3-3-1,5-1 724,8-4 1,4-1-1,-24 1 1,27-3 0</inkml:trace>
  <inkml:trace contextRef="#ctx0" brushRef="#br0" timeOffset="30695">16496 6307 23689,'20'-50'584,"1"0"1,-1 0 0,-1 2 0,-1 2 0,-7 11-293,-8 14-97,-3 5-330,-2 25 147,-4 31-1,0 9-709,2-7 1,-2 7-1,0 0 692,-2 11 1,0 1 7,2-13 0,-1 2 0,0 4-18,-3 3 1,-1 6-1,-1-1 1,2-8-585,-2 4 1,0 1 551,0-3 0,-2 9 1,0 1-1,0-8-62,2-12 0,1-4 0,-2 1-272,-1 7 0,-2 0 0,0-2 354,-4 11 0,0-7-113,3-17 1,1-6 96,-4-2 965,2-62-960,13-27 47,3 5 1,3-6 103,3 15 0,1-2 0,2 0-101,2-7 1,1-1-1,1-1 4,1-3 0,0 0 0,0 1 0,0 0 0,0 1 0,-1 1-10,-1 4 1,-1 2-1,-1 0-5,-1 6 0,-1 0 0,1 2 332,3-16 0,4 3-335,2 4 1,4 4 21,6 4 1,5 3-229,5 6 0,5 4 198,5 6 0,0 4 8,-8 7 0,2 5-34,12 4 1,-1 8-410,3 17 446,-18-2 0,-6 6 11,-15 7 0,-8 3 11,-8 7 1,-9 2-12,-10 5 0,-8-1-11,2-13 0,-3-1 0,-3-1 28,-4 0 1,-3-2 0,-1-2-44,-1-1 0,-1-2 0,0-1-4,3-3 0,-1-2 1,1-2-61,-11 2 1,2-4-232,10-4 1,5-6-4211,-5-13 4719,26-7 1,11 2-1,6 4 1</inkml:trace>
  <inkml:trace contextRef="#ctx0" brushRef="#br0" timeOffset="31377">17393 5946 24497,'-16'43'15,"0"1"0,4-1 0,9-2-10,20-9 1,5-3-3,-4 3 0,-1 0 2,-4-3 1,-3 1 50,-4 24 151,-21-10 123,-14-11 57,-14-13 89,-3-11 40,5-14-119,12-9-279,14-2-17,20-23-124,25 4 0,-3 7 1,4 0-312,9 0 1,5 2 280,-4 3 1,3 0 0,-2 1-486,4-1 0,0 1 487,-3 2 1,3-1-1,-4 3 6,1 3 1,-3 2 18,9-3 1,1 1 14,-8 4 0,-2 2 28,20-4 33,-24 7 51,-20 3 17,-11 3 502,-11 0-569,-5 1 1111,-11 5-1072,-7 4-51,-3 6-22,0 7-17,0 20 0,13-9-11,4 13 11,17 6-12,11-9-2,-1-12 0,3-2 9,28 11 16,8-10 0,5-11 28,-3-10 51,-7-13 156,-7-15-162,-18 0 73,-4-20-17,-16 3-39,-8-15-23,-8-6-5,-10 2-40,5 26 1,-2 2-22,-15-9-35,1 10-72,11 17-67,12 12-118,-1 10-661,6 23 398,3-6-174,7 13-3401,16 3 4118,9-5 0,-5-4 0,-2-16 0</inkml:trace>
  <inkml:trace contextRef="#ctx0" brushRef="#br0" timeOffset="31818">18739 6048 21282,'7'-42'1049,"0"0"0,0 0 0,3-16 0,-2 2-470,-2 8 1,-2 4-76,2-14-291,-4 15-264,-2 32 18,-1 14 27,-4 23 56,-7 24-30,4-12 0,-2 3-326,-3 7 0,-1 5 315,0-7 1,-2 4-1,1-4-861,-1 3 1,-1 0 851,0-5 0,-1 3 0,0-4 2,-1-2 1,0-3 0,2-3 0,1-3 19,-10 16 205,17-34-59,7-10 129,2-7-174,13-22-78,8-9-40,-1 7 1,2-2-724,5 2 0,1 0 721,-3 5 0,1 2 353,9-5 0,1 3-351,-7 7 1,0 3 7,6-2 1,1 4-45,2 6 1,-2 5 7,10 8 3,-16 5 1,-3 5-20,2 20 17,0 13 10,-17 3-2,-25-22 0,-11 0 28,-4-5 0,-6-2 667,-5 1 1,-5-4-691,-11-2 1,-3-6-20,11-6 0,-1-4-171,-14-3 1,2-3 16,21-1 0,3-4-218,0-6 0,11-6 400,31-33 0,-8 25 0,20-14 0</inkml:trace>
  <inkml:trace contextRef="#ctx0" brushRef="#br0" timeOffset="32535">19301 6372 27678,'14'-40'65,"1"0"1,2-5-1,1-1-54,3 0 1,1-2-2829,0-11 1,0 1 2824,-5 8 1,-1-1 2,-4 7 0,-1-3 1,0-1 26,-2-1 0,0-1 0,-2 0-31,1 1 1,-1 2 0,-1-1 192,0-2 0,-1 0 0,-1 5-172,-2 4 0,-1 6 17,-3-6 0,-4 21-79,2 17 2579,-7 19-2545,-1 28-23,4 11 1,1 9-72,3-18 0,0 1 0,1 3 24,3 0 0,0 3 0,1 0 0,0-2 4,1 1 1,0-2 0,2 2-124,-1-4 0,2 3 0,0 0 0,1-1-594,1 11 1,1-1 0,0-1 211,0-2 0,0-1 0,1 0-44,0-3 1,0-1 0,1-6-282,0-8 0,0-6 21,4 4-183,0-26 1937,10-39 785,3-14-783,-9 8 0,-1-4 23,-2-1 1,-2 0 45,-3 7 0,0 0-110,3-14 1,0 3-466,-1 1-120,-3 8 0,-1 2 1085,-4 4-1384,0 7-119,-2 11 85,0 9 148,18 15-87,-5-5 584,23 16-573,-8-9 12,7-1 16,-8-6 6,1-8 51,-8-17-1,-3-8 45,-5-18 23,-10-3 44,-9 0-78,0 12 375,-10-3-268,4 22-174,-13-2-40,5 18-5,-21 13-11,15 6 0,0 4 2,0 3 1,2 2-271,-1 11 0,4 2 200,11-4 1,4 1-67,6 22-340,13-17 1,6-3-143,7 0-1104,11 0 0,7-4-1687,-12-20 1,2-5 3417,10 6 0,-1-2 0,4-8 0,-20-7 0</inkml:trace>
  <inkml:trace contextRef="#ctx0" brushRef="#br0" timeOffset="33061">20645 6208 22733,'9'-47'1409,"0"1"1,-1-1 0,-3 8-1074,-8 23-325,0 0-106,-1 14 61,0 16 40,0 3-23,-9 42 22,2-5-122,2-13 0,-1 0 111,2-7 1,-1-1 16,-10 28-5,0-11 22,3-14 89,5-14 158,5-13-40,5-12-179,2-5 201,5-15-151,12-21-72,5-3-579,-5 17 0,1 1 550,10-7-5,-3 15 0,3 4-11,12 0-6,7 0-44,2 21 5,-20 10 16,11 14 57,-15 8-34,-10 4 6,-7 1 0,-9-5 39,-4-6 1101,-4-8-1123,1-8 83,2-8 12,2-6-6,8-10 12,7-14-85,4-3 9,5-4 0,5-1 2,-4 9 1,1 0-189,12-9 1,2 0 179,-5 9 0,1 5-28,-2 4 1,0 3 2,15-2-22,11 25-6,-20 10 34,10 19-146,-17 5-269,-9 5-549,-9 2-2016,-7 0 2439,-3-11 1,-2-17-1,0-12 1</inkml:trace>
  <inkml:trace contextRef="#ctx0" brushRef="#br0" timeOffset="33219">22007 6533 27113,'4'-4'1558,"0"1"-1558,-4 3-5944,12-28 4881,-17 21 0,15-21 1,-19 28-1</inkml:trace>
  <inkml:trace contextRef="#ctx0" brushRef="#br0" timeOffset="34186">21886 6326 15300,'2'-2'7724,"0"0"-9712,8-33 1,1-10 2385,-5 10-59,6-19 0,1-2 1591,-8 11-1527,1-5-56,-2 11 849,-2 10-1129,-2 14-117,0 6-141,0 8 3561,-3 19-3353,-2 18-12,1 3-5,-1 23 11,10-12-8,1-18 0,4 1-253,4-1 1,4-1 240,5-1 1,5-2-3,3-1 0,3-2 5,1-1 1,0-1-29,-3-4 1,-3 0-96,11 12 39,-27-6-179,-47 4-145,-17-8 61,11-9 0,-1-3-79,-17 0-491,-2-14-7,26-12 297,1-29 762,17-9-316,15 17 1,4-1 511,6-16 89,2 20 0,2 1 785,8-17-409,3-4-129,-7 14-124,-7 18-497,-5 13-68,-5 8 820,0 12-747,-6 29-57,-6 11-41,1-12 0,-1 2-426,-8 19-5,5-19 0,0 2-4432,2 4 1,0-1 3673,2-10 0,1-1 1,1 2-1,2-7 0,4-17 1</inkml:trace>
  <inkml:trace contextRef="#ctx0" brushRef="#br0" timeOffset="34377">22781 6555 27388,'-18'-56'-480,"-2"15"1,1 55 0,5-4 0</inkml:trace>
  <inkml:trace contextRef="#ctx0" brushRef="#br0" timeOffset="36403">2882 8722 24447,'-17'-38'578,"0"0"1,1 1 0,5 15-708,10 29 90,5 15 28,11 19-408,-2-11 0,2 1 374,14 25-67,-7-20 0,2 1-384,6 0 0,1-1-173,2 0 0,3 0-155,5 3 1,2-5 117,-8-13 1,1-5 408,-4-4 0,1-7 715,25-14 377,-10-17-235,-15-6 415,-16 4 0,-3-2 235,-3-13-678,2-7 644,-15 7-907,-1 26 106,-8-4-302,-12 32-68,-3 14 1,-2 7-1,4-6 1,0 3-103,-9 13 0,-1 7 99,6-6 0,-2 4 0,2 0-1062,4-4 1,0 1-1,-1 2 951,-1 3 0,-1 4 0,1 0 0,2-4-158,3-1 1,2-4-1,2 5-1999,3 2 1,1 5-1,3-1 1,2-5 1977,3 11 0,2-3 1,-1-12-1,0 1 0,3-7 1,7 7-1</inkml:trace>
  <inkml:trace contextRef="#ctx0" brushRef="#br0" timeOffset="37110">4017 9038 23528,'-16'-43'763,"-1"-1"1,-4 12 0,-5 13-725,-10 32 1,-1 13-416,5-4 0,-2 3 385,0 6 0,-2 5 1,3 0-2,3 4 1,3 1-4,3-3 1,-1 2-1,7-1 1,4 6 0,9-3 2,7-5 0,7-4 9,28 18-3,-8-34 0,4-5 14,6-4 0,2-5-1879,4-7 1,0-6 1908,2-4 1,-2-5 28,-1-5 0,-3-3-17,-3-3 0,-4-2 70,-5 0 0,-4-2-228,-7 1 1,-4-1 160,-4-1 0,-4 0 87,-6 1 1,-3 0-125,-2 2 1,-4 1 36,-17-22 11,-7 14-51,-4 13 2584,-1 15-2684,-1 19-62,-8 27-39,13 11 45,7 5-208,23 4-83,24-15-45,22 6 689,-9-28 1,4-4-411,8-3 1,1-5 44,6-3 0,1-5 123,0-5 1,-1-3 64,-2-4 1,-2-4 35,-5-2 1,-4-2 44,-6 0 1,-3-1 56,7-11 419,-12-6-274,-20 19-101,-15-2-201,-12 21-34,-7 8 11,-14 22-33,8 10 117,16-12 0,2 2-123,-5 30 0,20-3-6,20-8 809,21-13-767,-11-22 1,4-4 2,6-2 1,2-4-307,4-6 0,0-3 334,0-2 1,-1-5 52,-2-2 1,-3-4 47,-5 0 0,-4-4 81,-3-5 0,-4 0-120,3-13 19,-17 4 1,-6 0 256,-11 1-355,-6-19-38,-1 33-320,-8 3-409,5 17 555,-5 4-6553,-2 22 5895,9 2 0,6-9 0,7-8 0</inkml:trace>
  <inkml:trace contextRef="#ctx0" brushRef="#br0" timeOffset="38021">6663 9208 18936,'5'-4'2427,"20"-27"1,4-8-1313,1-9-1389,3-4 1,-2-4 499,-16 18 1,-5 2-45,-2-1 0,-4 1-1753,-5 2 0,-2 3 1683,-6-13 934,-31 12-1063,-9 35 14,8 5 0,-3 5-357,-3 9 1,0 4 367,-2 4 1,0 2-7,3-1 1,4-2-14,11-7 0,3 0 393,-13 19-371,36-22 2993,16 2-2970,30-13-23,-9-5 0,3-2-235,6-2 1,1-1 217,0-1 1,0 1 8,-6-2 0,-3 1 1201,11-4-1081,-23 4 45,-14 2-50,-6 1-17,-2 0-112,-1 0 530,0 0-542,-5 0 23,1 1 12,-3 0-1,1 1 6,0-1-17,-3 1-17,-1 0 17,2 1-73,-3 1-11,8-1 34,-1 3 22,5-2 16,2 2-16,2-1 45,3 1 11,6-1-11,14-2 5,-6-1 1,10-3 38,7-12-27,-4-4 44,15-13 90,-16 0 0,-6-2 0,-11 1 23,-7 2-29,-8 5-50,-4 5-88,-2 5-24,1 7 0,1 4 0,1 9 0,-3 19 0,-4 31 0,3-17 0,-1 6 0,0-1-509,-2 6 1,0 3 508,-1 5 0,-2 4 0,1-1-547,2-15 0,0-1 0,0 2 526,-4 12 1,1 2-1,-2 0-403,4-14 0,0 0 1,0 1-1,-1-1 415,0 0 1,-1-1 0,0 1-1,-1-1-21,-5 12 0,-1 0 1,-1-2 17,1-7 1,-1-2 0,-1-4-90,-7 8 1,-1-8 30,5-16 0,-1-9 383,-15-21-794,8-38 30,19 4 0,5-6-183,1-12-1,6-4-1391,5 13 1,3-2-1,1 1 1886,1 2 0,1 1 1,1 3-1,2-5 0,0 6 1,4-7-1</inkml:trace>
  <inkml:trace contextRef="#ctx0" brushRef="#br0" timeOffset="40376">7243 9008 20744,'7'0'2829,"-2"0"-1703,-5 0-578,0 0-436,-5 17 40,12-7 50,4 13-96,10-15 79,16-4-45,0-6-11,11-8 39,-3-7 145,-5-11-447,-17-1 240,-6 2 85,-13-4 10,-13 4-105,-3 1-68,-7 4 28,-18 12-17,3 11-34,-6 2 1,0 13-34,7 15 386,5-4-361,14 2 1,3 3-15,5-1 8,7 1 1,4 1-31,18 12-31,8-13 0,5-1-378,-10-10 1,4-2 385,21 4 1,4-5 36,-13-11 0,0-5 22,8 0 0,0-3 14,-12-1 1,-2-5 27,11-14 0,-5-5 28,-4-11-39,-10 6 0,-4-2-473,-12-20 485,-11 12 27,-6-11 202,-7 8-68,1 6-33,0 8 681,5 21-894,3 7-27,2 2-68,-1 16 703,0 0-586,-1 30-38,2 2 72,1-8 0,-1 0-16,1 16 2,0-12 0,0-3 9,1-10 5,1 18 0,0-38 34,2 1 39,3-17-23,19-17 1,4-7 2,-4-1 1,0 0-37,7-8-9,-12 10 1,-2 2-3,-3 6-6,3-3-17,1 10-10,-9 8-7,12 2-38,-1 20 38,2 6 85,5 13-62,-11-9-17,8 10 23,-12-19-1,28 14-16,-18-23-11,34 3-1663,-22-15 0,1-3 1691,24-2-9,-16-3 0,0-4-118,-12-1 0,-2-2 151,-2-1 1,-1-2-40,-1-3 1,-5-3 54,-3-18-46,-15-3 0,-14 2 0,-9 5 0,-9 8 0,4 12 0,-5 8 0,7 9 3188,-11 15-3188,7 12 0,3 7 0,11 1 0,2 3 0,1 22-65,3-23 0,2 1 65,3 0 0,4 0 0,6-2 0,5 0 0,0-1 0,4-2-50,7 3 1,5-6 49,-1-9 0,0-4 0,20 2 0,-13-12 0,0-4 0,14-8 0,-16 1 0,0-2 0,13-18 0,-14 2 0,-7-17 0,-11 0 0,-7 10 0,0-3 0,3-21 0,1-5 0,-3 23 0,1 13 0,9 0 0,-2 15 623,3-3-623,14 18 0,-6 12 0,7 4 221,-1 21-221,-7 14 0,-13-26 0,-1 1-469,1 6 1,-1-2 468,4 10-96,9 2-464,16-10 174,14-6 173,-18-17 1,4-4-444,-1-5 1,2-4 574,3-3 0,-1-2 67,-10 1 0,0-3 8,12-8 1,-4-3 44,6-12 11,-17 7 1,-4-2 72,0-20 22,-15-3 35,-10 1 820,-12 4-826,-9 9-45,-9 10-51,-5 11 137,-3 8-198,-1 12 1064,1 8-1098,0 13 11,3 10 6,8-3-11,7 22 22,19-18-33,11 15 11,17-19 28,10-12-6,5-10 22,0-16 40,-5-9-6,-11-3 180,0-20-118,-18 8-16,1-14-113,-9 10 0,-4 7 0,-1 11 0,0 6 0,-1 7 0,-2 8 0,-2 10 0,-1 11 0,2 7 0,7 3 0,4-10 0,30 8 0,7-17 0,-7-8 0,2-2 0,1-5 0,0-5 0,2-4 0,-1-2-199,1-4 1,-2-3 198,-3-4 0,-2-4 0,-2-3 0,-4-3 0,-4-4 0,-3-4 0,-3-4 0,-3-3 0,-3-6 0,-3-2-450,-1-5 0,-2-1 450,-2-2 0,-1 1 0,-2 11 0,-1 1 0,-4-13 0,-2 5 0,-3 5 0,-2 8 0,-3 6 0,0 15 0,-8 0 0,2 30 0,-10 20 0,10-3 0,1 6-175,-4 11 1,2 4 174,-1 8 0,3 5 0,9-9 0,1 2 0,2-2-574,0 3 1,3-2 573,3 6 0,7-1 0,14-12 0,7-6-181,1-7 1,4-3 180,17 12 0,3-5 0,-14-18 0,4-5-40,1-6 1,5-2 0,-2-4-6,2-5 0,2-4-260,-4 0 0,2-1 0,-2-4 299,8-10 1,-5-5 10,-2-5 1,-4-5 8,-3-5 0,-5-4-14,-3-6 0,-5-4-140,-11 16 1,-1-2 0,-3 0 148,-1-2 0,-2 0 1,-1-1 18,0-19 0,-3 1 36,-3 7 1,-4 1 631,-2 10 0,-3 4-696,-12-18 366,1 23-366,4 18 987,6 11-987,-2 17 1374,-4 19-1374,-7 29 0,10-17 0,0 4-377,0 8 0,2 2 373,1 4 1,2 2-14,1-2 1,2-1 16,3-3 0,4-3-323,2-6 1,5-3 316,2-7 1,5-3-87,2-7 0,3-5 64,27 6 11,8-16 17,-25-13 0,1-4 8,1-2 1,-1-4 2,0-3 0,-1-2 23,19-20 12,-15 3 946,-17 11-992,-17 10 701,-7 12-701,-12 7 202,2 8-202,0 7 0,11 4 0,18 1 0,21-2 0,-6-15 0,4-2-125,8 0 1,4-2 124,2-5 0,4-2 0,-4 0-1655,0-1 0,-2-1 1655,15-2 0,-3-5 0,-27-2 0,-2-3-293,23-19 293,-23 12 0,-2-1 0,8-18 0,-17 9 0,-16 13 159,-5 10-159,-14 14 3243,-6 17-3243,-12 22 0,15-11 0,1 3-403,-4 9 0,1 3 403,-3 6 0,1 4 0,7-17 0,-1 2 0,2 0-313,-2 3 1,2 0 0,1 2-2659,2 2 0,2 1 0,3-1 2971,1-4 0,3-1 0,1-4 0,1 4 0,2-6 0,4 9 0</inkml:trace>
  <inkml:trace contextRef="#ctx0" brushRef="#br0" timeOffset="41251">14333 9538 21247,'17'-49'382,"-1"-1"1,1 1 0,-1 0-1,3-13 1,-1 1 0,-4 3-128,-3-6 0,-6 4-229,-7 4 0,-8 3 153,-5 7 1,-7 4-96,-9 6 0,-6 7-6,-6 6 0,-4 6-19,-4 6 0,0 6 296,-1 9 0,3 5-344,11-2 0,1 7 6,-7 16 0,4 10-125,12 2 1,5 5 104,-3 5 0,3 2-3,8-6 1,7-2-15,12-5 1,8-4-9,4-9 0,5-3 2,11 5 1,3-4 19,-4-6 1,3-6 16,25-3 0,3-8 3,-19-8 0,1-4 14,-3 1 0,2-3 0,-4-2 39,6-12 1,-6-4-1276,-3-4 0,-5-3 1264,-5-4 0,-5-3 0,-5-5 0,-4-1-185,-3-5 0,-4-1 188,-1-1 0,-3-1-37,0 3 1,0 2 97,-2 6 0,0 4 110,-1-19 239,-2 26-485,0 20 2769,0 11-2853,-1 18 116,-3 19-16,3-4 0,0 4 258,-2 10 0,1 2-264,1 7 1,1 0-12,2 3 0,2 0 20,3-1 0,4-2-14,2-3 0,4-2-26,4-5 1,3-4 24,1-6 1,3-4 321,23 9-287,-2-21 33,-3-22 5,-1-18 23,0-15-367,-4-12 319,-20 23 1,-3 0-3,10-29 650,-8 9-684,-4 12 0,-7 16 0,-3 12 0,-2 10 0,0 11 0,-1 14 413,1 17-413,2 14 0,1-25 0,1 0-158,2 1 1,3 0-661,8 6 1,1-2-376,10 13-2720,-4-19 1,0-5 3912,5-6 0,-5-3 0,-10-12 0</inkml:trace>
  <inkml:trace contextRef="#ctx0" brushRef="#br0" timeOffset="41434">15185 8684 23892,'-11'44'-1324,"15"8"1,14-13 0,2-5 0</inkml:trace>
  <inkml:trace contextRef="#ctx0" brushRef="#br0" timeOffset="41961">15447 8899 27695,'-5'-25'-224,"2"3"224,5 50 0,2 17 6,6 14-9,-3-22 0,2 0-389,3-2 1,2-3 386,16 23 22,3-17 377,6-20-299,-4-21 69,-2-9-41,3-19 6,-11-4-34,2-17-50,-9-6-40,-7-2-33,-5 9-72,-3 14-628,0 16 695,0 12-914,6 11-918,15 18 1215,-3-4-1198,27 24 1366,-25-23-11,23 13 773,1-18 790,1-1-302,-1-8 839,-9-13 466,-6-12-1077,-5-1-3643,-2-5 2933,-17 13-16,-4 5-270,-4 7 0,0 0 0,-5 19 0,-2 18-119,-2 13-55,3 2-475,8 5-1849,18 2-4201,5 0 6699,8-5 0,-14-28 0,-8-13 0</inkml:trace>
  <inkml:trace contextRef="#ctx0" brushRef="#br0" timeOffset="42162">16636 8704 25578,'-24'-45'166,"0"1"0,4 1 1,3 17-526,8 31 119,7 18-304,3 21 169,5 1-104,3-12 0,4 2-1034,6 3 1,2 0-18,-5-6 1,2 0 1529,12 17 0,-2-5 0,-11-19 0,10 12 0</inkml:trace>
  <inkml:trace contextRef="#ctx0" brushRef="#br0" timeOffset="42884">17058 9151 15743,'4'0'9566,"-1"0"-9199,4-27 0,-4-11 244,-9 2-373,5-9 0,-2 2-54,-16 11 208,-29-4-313,0 21-233,12 6 0,-3 3 168,2 8 0,1 4-26,2 3 1,2 2 0,-15 13-67,8 22 38,26-20-83,12 29 39,24-27 34,24 6 27,0-20-2,-9-8 0,2-5 33,4-7 1,1-4 19,0-1 0,-2-3-544,-1-1 1,-4-4 571,-9-6 0,-6-4 106,6-26-285,-13 8 0,-3-5 187,-5 3 1,-3-2 2,-1-10 0,-1-1 3,-3 7 0,0 2 25,-1 2 0,-1 2-99,-1 3 0,0 4 4,-3-5 0,-1 16 0,2 43 0,-4 24 0,1 8 240,3-1 0,1 5-240,3-7 0,0 2 0,2 1-283,0 1 0,1 0 0,1 1 154,1 8 0,1 2 1,2-3-183,6 11 0,3-5 143,-3-13 0,5-2-1266,9-5 1,7 0 0,-2-7 1172,-9-9 1,3-4-177,28 15 0,1-8 133,-11-20 321,0-11 0,0-7 504,9-15-330,-17 4 0,-3-3 224,-2-14 1751,-11-19-1471,-15 26 2665,-8-10-3175,-9 25-68,-4 7-167,2 8 1324,6 1-1285,4 2 44,20 5-10,7-1-7,22 2 7,3-4 38,0-9 7,-7-8-18,-11-12 6,-12-11-28,-9 6 95,-20-15-39,-8 21-32,-17-4-52,-5 19 0,5 9 0,-23 22 0,17 9 0,9 4 0,2 3-610,0 15 610,14-8 0,5 0-40,6 3-347,8-7 1,6 2 386,13 1 0,2-2 0,0 11 0,-2-24 0,-1 0 0</inkml:trace>
  <inkml:trace contextRef="#ctx0" brushRef="#br0" timeOffset="44460">19695 8652 26995,'14'-32'-79,"-1"0"1,18-7 6,-4 75-158,9 12-106,-15-19 0,1-1-878,13 17-856,-2-12 1,2-2-1230,4-2 3299,4-4 0,-1-3 0,-15-12 0,11 1 0</inkml:trace>
  <inkml:trace contextRef="#ctx0" brushRef="#br0" timeOffset="44643">20390 8718 20638,'5'-59'1988,"0"0"1,-1 6-1,-2 5-1109,-6-3-335,-2 18-388,0 18-77,0 11-102,-15 36 34,5-7 1,-2 4-813,-11 20 0,-3 6 797,7-13 0,0 1 0,0 2-19,-4 6 1,1 1 0,-1 2-43,7-11 1,0 1 0,0 0 0,1 2-177,1 1 0,-1 2 0,2 0 0,1 0-922,1 1 1,1 1 0,1 0 0,2 1 1162,2 2 0,1 2 0,2-2 0,1-5 0,-3 13 0,3-6 0,5-7 0,0-1 0</inkml:trace>
  <inkml:trace contextRef="#ctx0" brushRef="#br0" timeOffset="45411">20900 8665 24690,'-22'-59'680,"0"0"0,0 7 0,-5 13-585,-29 29-65,25 15 1,0 6-9,-2 5 1,1 6-934,1 8 1,2 5 907,1 7 0,4 2-3,5-8 1,4 3-4,0 21 1,6 1-3,6-20 0,5-1-3,1 17 0,7-1 0,4-16 0,5-5 213,4-5 0,3-4-194,2-6 1,3-5 67,30-2 17,1-26-18,-33-1 1,-2-5-68,-1-5 0,-3-4 98,-2-5 1,-4-2-26,-3-4 1,-4-1-1418,-3-4 1,-2 0 1422,-1-1 0,-3-1-6,-3 2 1,-2 2 621,-2-20-487,-13 3-185,7 38 2,-15 0-86,2 32 430,-17 19-433,19-5 0,2 4-59,-1 4 1,4 3 1375,3 2 0,5 1-1527,8-1 0,7 1-62,7-3 1,6-2-23,8-1 1,6-5 77,6-3 0,3-6 146,5-5 1,2-5 80,2-7 0,1-6 59,-3-5 1,0-4 74,-4-4 1,-3-5 42,-5-1 0,-3-2 48,-5-1 0,-4-2 21,-4-1 1,-2 1 8,5-17 115,-12 14 0,-4 1 322,-3-8-498,-1-1 28,-11 18-169,-1 18-66,-8 6 33,-5 15 56,-5 17-51,2 16-27,8 9 27,11 2 12,11-15-14,8-15 0,7-3-14,19 3 36,-10-11 0,3-5 549,26-4-485,-4-20 51,-5-12-5,-8-14 38,-12-7 29,-13-7-3432,-11-14 3281,-6 19-7,-3-7 24,-4 11 16,2 14-96,-2-6-195,5 23-1170,2 5 3189,12 21-4836,10 3 3052,23 18 0,-20-18 0,4-4 0</inkml:trace>
  <inkml:trace contextRef="#ctx0" brushRef="#br0" timeOffset="45735">22141 8632 27785,'1'-48'-157,"11"27"132,7 49 0,3 19 13,-6-19 1,0 1-26,6 18 1,-3 0-1073,-10-14 0,-2-1 1070,0 7 0,-3-1 22,-5-5 0,-5-2 670,-16 14-609,-25-20-16,12-16 140,-11-19-61,28-3 495,-4-30-501,16 2-85,8 8 1,4-1-122,7 0 1,6 1 107,8-3 0,6 1-77,5 0 0,4 3-102,5 1 0,1 4-365,1 5 1,1 3-1583,-2 4 0,-2 4 1534,-7 4 0,-3 3 0,6-1 0,-20 5 0</inkml:trace>
  <inkml:trace contextRef="#ctx0" brushRef="#br0" timeOffset="46393">23475 8919 23517,'10'-55'1155,"-1"-1"1,-2 12 0,1 5-714,4-1-240,-7 26-230,-1 6 0,-3 14 31,0 29 0,0 10 2,-1 8-356,0-11 1,0 8-1,-1-2 370,-3 3 1,-1 1-3,1-9 0,0 3 0,-3 2-29,-2 11 1,-2 2 0,-1-3 2,1 2 1,-3 1-3,2-14 0,-2 5 0,-1-2 0,2-8-3,-1-4 0,-1-3-3,-10 23 0,-3-6 17,-1-21-39,-4-14-56,8-59 100,17 10 1,3-4-12,-2-5 1,4-5-7,6-4 1,4-6 0,2 3-616,-1 9 1,3 2-1,0-3 611,2-4 1,1-3 0,1-1 0,0 5 11,1 2 0,0 3 0,2-3-5,3-5 1,3-4 0,0 0 0,-2 7 8,2-7 0,1 1-9,-3 6 1,3-6-1,1-1 1,0 4 0,5-4 1,0 3 0,2 2 3,0 0 0,1 2 1,2 1 3,4-1 0,2 3 0,-2 6-3,-2 8 0,1 7-6,9 7 1,-2 7-14,-4 9 5,-8 7 0,-3 7-14,-16 17 1,-6 6 439,9 21-412,-16-3 0,-9 4-5,-14-1 0,-6-1-600,6-9 1,-3 0 614,-3-6 1,-5 2 0,-1-5-6,-15 1 1,1-6 0,8-3 0,0-3-3,-13 0 0,1-7-353,-10-16 1574,12-3-3361,4-19 2140,35-12 0,1 11 0,9-3 0</inkml:trace>
  <inkml:trace contextRef="#ctx0" brushRef="#br0" timeOffset="47062">24590 8169 26088,'-5'34'24,"0"1"0,3-1 1,2-1-20,3 4 1,3 1-9,0 1 0,-2-2 15,-3 20-10,-6-24 1,-4-1 14,-9-2 0,-3-3 61,-20 6 17,-1-9 353,12-23-235,20-11-134,0-2 5,18-18-34,32-18-56,-11 21 1,3-1-244,16-6 0,4 1 246,1 6 1,1 3-637,-10 4 1,0 2 618,9-1 1,1 2 27,-2 2 1,0 0-408,-1 0 0,-2 1 402,-3 2 0,-4 0-2495,16-11 2515,-36 12 305,1-8-255,-22 11 792,-7-1-832,-1 6-1566,-19 3 1567,7 4 2318,-23 11-2324,-1 18-5,2 8-23,5 5-34,23-12 1,5 0 33,3 4-3,10 4 0,6 0-8,19 5-123,-5-15 1,3-2 161,1-10 0,0-4-11,19 6 3260,7-13-3204,-4-18 0,-3-7 39,-3-15 17,-22-8-79,-13 3 6,-6-18-11,-8 22 0,-2-1 8,1 0 0,-2-1-28,-5-3 0,-2 2-8,-16-11 6,-8 13 375,4 15-549,-23 15 67,27 9-244,0 8 0,2 5-842,9 18-1205,4 23-7456,31-4 8410,3-16 1,0-14-1,-12-19 1</inkml:trace>
  <inkml:trace contextRef="#ctx0" brushRef="#br0" timeOffset="47527">26263 8149 22405,'5'-47'989,"-1"1"1,0 5 0,-3 7 288,-5 11-1217,0 13 281,-7 12-337,-3 21 7,-14 22-347,2 6 323,0 2 1,-1 2 11,13-25 0,-1 2-10,-7 14 1,-4 6 0,2-3 6,2-6 1,0-1 5,2-4 1,-2 3 0,2-4 1,-1 2 1,1-4 11,-8 15 535,12-22-456,9-16 21,7-11-22,5-10-72,6-16 10,11-17-16,-7 14 0,2-1 64,2-3 1,2 1-60,3-1 1,2 1-12,2 2 0,3 3 3,2 3 0,2 3-14,1 3 0,1 4-14,-2 4 0,-1 4-19,26 7-18,-13 17 29,-14 15 16,-14 12 1,-18 5 33,-27 4-251,1-28 1,-6-3 216,-9 1 1,-4-4-377,-4-2 0,-2-2 354,2-4 0,0-3-28,8-3 0,1-3-180,-18-8-2156,25-14 1646,21-19 0,8 16 0,8-5 1</inkml:trace>
  <inkml:trace contextRef="#ctx0" brushRef="#br0" timeOffset="48228">26511 8672 26350,'30'-42'78,"0"1"0,0-1 1,-3 4-1,1 0 1,-1 1-55,-1 3 0,1 1 0,-2-1-974,11-17 0,-3-3 963,-10 15 0,-1-1 0,-1-3 4,2-11 0,-1-3 0,-2 3-3,1-3 0,-2 0 14,-6 8 0,0-3 0,-4 7 313,-4 12 1,-2 2-191,1-29 462,-8 31-681,-7 19 280,-16 18-245,-17 17 7,14-2 1,-1 5 151,-3 10 1,2 6-157,10-8 0,1 3 0,2-1-4,-4 12 1,3 3-47,7-9 0,1 6 1,0 1-1,2-4-507,2 1 0,1-2 0,1 2 409,-1 1 0,0 4 1,1-1-1,3-2-175,4 1 0,2-1 1,2-4 24,-1 6 0,8-3-1022,20 5 1,9-9-1164,-10-23 1,4-4-717,16 6 0,2-7 1051,-10-16 1,-1-6 2658,-3-4 1,-1-5 1537,-4-5 1,-3-5 436,-4-2 0,-2-2-597,-5-1 1,-2-2-225,-3-2 1,-2 1-914,1-9 1045,-7 1-1280,-12 25 1109,2 2-1439,-5 4 1188,5 6-1412,0 0 396,6 3-340,10 0 11,4 0 5,39 0-5,-11-1 22,-11-1 1,-1-1 39,11-10 44,-9-11 45,-10-9 34,-6-5 140,-9 1 16,-7 5-122,-11 10-107,-10 5-62,-15 9-5,-12 7-11,-11 15-181,25-2 1,0 4 132,0 5 0,2 1-20,-14 18-11,21 1 0,6 2-44,5 0-433,9 3 1,8 1-378,10-16 1,5-4-380,-1 2 1,3-1 1277,8 2 0,-1-5 0,-6-6 0,2-1 0</inkml:trace>
  <inkml:trace contextRef="#ctx0" brushRef="#br0" timeOffset="48818">27904 8383 25152,'0'-6'1989,"0"2"-1429,0 4-560,12-2 11,-8 14-22,8 16 16,-11 18 1,-5 13 0,-3-2 44,-10 2-3436,4-19 3386,-1-8 22,8-19 112,4-11 85,0 0 16,5-8-196,2-3-5,10-20-17,11-12-9,-6 13 0,3-1 1580,2-3 0,3 1-1563,6-3 0,0 2-30,10-9-23,5 3 0,-31 30-28,1 3 33,-3 22 18,-4 10 5,-1 7 239,-6 14-251,-8-7-10,-7 10-6,-8-2 39,5-19 23,-2-4-6,13-21 101,-1-2-16,3-7-113,4-9 0,12-24 0,-2 5 0,2 5 0,3 0 0,15-11 0,-11 16 0,3 1 0,5 1 0,1 4 0,21-5 0,-5 9 0,-9 15 0,-9 12 0,17 25 0,-18-6-2209,-9 0 0,-5 2 1330,-7-3-5204,-5 29 5515,-10-31 1,1-5 0,1-13 0</inkml:trace>
  <inkml:trace contextRef="#ctx0" brushRef="#br0" timeOffset="49227">30244 8430 24839,'23'-44'914,"0"-1"1,-3 6 0,-5 9-596,-9 21-268,-6 6-79,-1 3-45,-11 11 23,-4 7-130,-9 16-402,5 9-992,8 8-4212,16 4 5786,6-8 0,1-17 0,-3-15 0</inkml:trace>
  <inkml:trace contextRef="#ctx0" brushRef="#br0" timeOffset="49418">30571 7974 25444,'-8'-51'259,"0"1"1,2 5-1,0 11-505,2 24-101,-1 13-113,0 19-811,-3 19-107,2 5 1225,5 4 0,1-1 0,0-15 1,2-2-1,-1 0 0</inkml:trace>
  <inkml:trace contextRef="#ctx0" brushRef="#br0" timeOffset="49760">30737 8304 23803,'0'-6'1394,"5"-27"1,3-5-891,0 8-347,1-9 0,0 3-51,-3 18-162,-3 11 6,-2 4-46,1 19 96,-1 24-16,1-1 16,-1 14-12,-3 8 12,-4-10 20,2-16 0,-1-1-20,-4 6 56,2-17 140,4-13 61,9-10 34,13-13-39,23-13-148,-11 7 0,3-1-337,6-2 1,3 0 232,2 1 0,1 0 0,-2 4 0,1 2 0,-3 3 0,0 3 0,-5 4 0,-1 5-6,5 12 0,-4 4-274,11 12-485,-21 3 1,-6 5 764,-12-2 0,-5-1 0,6 12 0,-9-3 0</inkml:trace>
  <inkml:trace contextRef="#ctx0" brushRef="#br0" timeOffset="50744">3414 11192 21635,'-20'-51'901,"0"-1"1,3 6 0,-1 8-616,-3 18-163,-4 6-123,1 3-84,-16 20 78,10 18 9,8-3 0,0 4-304,3 3 0,3 2 292,1 1 1,1 2-6,4-3 0,2-1-3,-1 24 135,11-12-140,9-11 44,13-9 12,15-10-1,16-5-264,-21-6 1,0-1 230,21 0 417,6 3-445,-26 5 90,-13 6 27,-31 12-44,-40 11-34,10-14 1,-5 0-402,-6 2 0,-3 0 401,1-2 0,-1 0 3,-2-1 0,3-2-8,18-8 0,2-1-12,-2 0 0,3-3 279,7-4-1511,3-2-3231,15-6 4469,11-2 0,-1-1 0,1 2 0</inkml:trace>
  <inkml:trace contextRef="#ctx0" brushRef="#br0" timeOffset="51094">3794 11168 26525,'-45'31'5,"10"12"6,27-8 1,5 4-205,1-3 1,1-1 192,9 26-17,5-13 29,9-15 157,3-15-85,5-13 80,7-18-64,9-15-41,-18 8 0,-1-1 3,18-16 94,-12 3 1,-2-3-67,0-8-1651,-8 10 0,-3 0 1583,-6 1-33,-5 3-73,-7 15-308,-1 4-728,-3 6-1266,-5 13-5209,-5 9 7595,-2 4 0,4-3 0,4-8 0</inkml:trace>
  <inkml:trace contextRef="#ctx0" brushRef="#br0" timeOffset="51577">4553 10875 26693,'-23'7'73,"5"22"-85,15 15 1,6 6-573,-1 0 1,1 0 583,-1 0 0,1 1-3,1-3 0,0-1-3,-2-4 1,1-2 10,-1-6 1,1-3 398,1 13-331,-1-20 213,0-14-12,2-9-50,2-13-118,9-11 602,7-15-557,5-8-53,-11 17 0,0-1-53,4-9 16,7-8-44,-12 25-22,5-2 5,-1 9-56,10 9-17,4 20 34,1 8 11,-4 28 28,-17-17-1688,-19-1 0,-7-1 1694,-9-2-9,-8 0 0,-6-2-276,4-11 1,-2-1 233,-8 2 0,-2-2-25,3-4 0,1-3-115,5-3 0,2-4-2173,-16-16 342,24-1 2016,21-33 0,5 32 0,9-13 0</inkml:trace>
  <inkml:trace contextRef="#ctx0" brushRef="#br0" timeOffset="52436">6520 11460 20916,'2'-44'973,"-1"0"0,0 0 0,1-7 0,-1 4-359,0 11 0,-1 6 6,-2 7-542,-1 1-85,0 25-60,1 21 95,2 6-6,-2 20 1,0 9-720,-1-9 1,-1 3 705,-1-1 1,0 5-1,0-1-11,-2-6 0,-1-1 0,0 0-2,-1 1 1,0 0-1,0-2 4,-2 8 0,-1-1-8,2-10 1,-1 2 0,2-6 18,-3 15 47,1-13 0,1-5 26,6-20 0,0-8-62,4-18-5,0-37-17,0 11 11,0-15 0,0-4-478,2-3 468,0 11 1,1-8 0,0 3-70,2-3 1,1-1 67,0 3 0,1-4 0,0 3-3,0-1 1,1 1-12,0 4 1,0-2 0,0 4-207,1 2 1,1 3 208,3-17 0,1 5-12,6 1-61,10 13 73,-8 28 430,11 4-436,-10 15-16,15 35 16,-15 8-84,-8-10 1,-2 2 77,-6-12 1,-5 1-20,-10 18 0,-8 0-114,-1-16 0,-4-1 77,-13 16 1,-3-2 13,9-18 1,-3-2-393,-18 7 1,-2-3-365,18-14 1,0-2-1891,-11 5 0,1-4 2711,-1-4 0,20-9 0,16-3 0</inkml:trace>
  <inkml:trace contextRef="#ctx0" brushRef="#br0" timeOffset="53120">7042 11053 25169,'13'41'5,"0"0"1,-1 1 0,-1 0-12,-2-6 1,-1 0-7,-3 1 1,-3-1 25,-4-1 0,-5-2 50,-7 1 1,-3-3-3,-10 7 179,-16-4 185,22-28 16,0-5-156,8-13-163,8-11-84,12-16-45,18-11-8,-3 19 0,5 0-379,8-2 1,4 1 372,4 0 1,2 1-4,3 2 1,0 1-15,1 3 1,0 1-12,-1 1 1,0 2 10,-2 2 1,0 0 19,-4 3 1,-2 0 21,-6 2 1,-4 0 50,12-6 34,-21 6-6,-15 6-34,-11 3-5,-9 3 5,-13 7 786,-11 11-752,-7 12-56,-2 9-28,8 5 5,12 2 7,13 2 16,14 0-40,13-3-16,15-4 17,15-9 6,11-8-308,7-11 363,1-10 40,-6-12-23,-15-2 185,4-25-73,-21 3-79,-8 8 1,-2-2 90,-3-28-74,-10-5-69,-5 29 0,-2 2 69,-13-28-16,-5 11-90,-2 15-84,0 17-61,2 14-84,-1 21-326,2 18-659,4 17 15,12-22 0,4 2-1865,4-1 1,4-1 2286,8 21 1,1-21-1,-5-18 1</inkml:trace>
  <inkml:trace contextRef="#ctx0" brushRef="#br0" timeOffset="53593">8440 10883 22331,'7'-45'974,"0"0"1,1 1-1,0-20 1,-1 7-244,-1 10-317,-7 8-117,-2 31-381,0 1 54,-2 19 25,-5 33 16,3-2-340,0 2 1,-1 4 333,1-8 1,-1 1-15,-2 12 1,-1 2 2,-1 0 1,-1 0-7,0-2 1,0-1 0,1-5 0,1-1 11,1-9 0,1-2 0,-3 16 22,5-24 51,4-16 50,3-11-27,6-11-63,6-13 6,10-16-16,8-16-29,-12 24 1,1-1 21,2-2 1,1 0-6,8-5 1,1 3 76,-10 11 1,1 1-81,10-4 1,1 5-26,11 4-179,12 4 157,-6 22-6,-8 34 28,-18-2 9,-18-2 0,-8 4 5,-10-9 0,-6 1-422,-8 11 0,-5 0 422,-9 0 1,-3-1-747,-4-3 1,-2-2 711,2-6 1,1-4-99,5-7 1,1-4-33,7-7 0,2-4-2644,-15-10-7020,17-12 7571,16-1 0,8 3 0,5 10 0</inkml:trace>
  <inkml:trace contextRef="#ctx0" brushRef="#br0" timeOffset="54011">8862 11345 27130,'25'-47'78,"-1"1"0,0 0 1,1-2-1,0 1 1,-3 4-51,-2 3 0,0 2-868,8-16 1,0-1 858,-6 9 1,1-1 11,-2 4 1,0-3 0,-2 2 60,2-6 1,-3 1-4,-1 2 1,-4 4 554,-7 4-499,-6 15 236,-6 20-387,0 6 0,-17 20 14,5 5 1,0 4-20,-12 20 275,9-4 0,3 7-278,10 4 0,4 0-597,-1-10 0,1 2 566,4-2 1,2 4-1,3-3-148,5-5 1,3-2 0,-1-1-15,3 12 0,3-1-296,2-7 1,5 0 0,0-5-1118,4-5 0,4-4-3296,16 5 1,1-3 1244,-18-12 0,0-4 3671,3-4 0,-6-5 0,-15-7 0,-6-1 0</inkml:trace>
  <inkml:trace contextRef="#ctx0" brushRef="#br0" timeOffset="55311">9765 11343 19332,'7'-53'1646,"0"0"1,0 6 0,-4 7-32,-9 13-1234,-3 9 132,1 8-479,2 5 118,3 4-297,3 1 621,6 3-499,8 3-22,13 3-55,9-2 66,-3-3 17,6-5 56,-8-11-5,-7 4 44,-2-13 85,-16-4-46,-4-4-61,-5 0 68,-10 0 83,-13 7-90,-8 5-33,-17 8-67,-4 21-359,9 3 339,17 3 1,2 4-49,-11 21-72,18-4 0,3 1-34,-3 16-230,23-8 1,8-1-45,7-8-214,7-4 1,5-2-1624,22 2-1575,-7-13 1,4-3-199,-5-5 0,2-5 3346,8-2 1,1-6 694,-9-6 0,0-6 2729,5-7 0,-1-5 536,-11 1 1,-1-4-1348,2-4 1,-4-2-726,1-13 436,-7-8-530,-18 16-433,-2-3-453,-7 16 16,-8 8-285,-3 13 337,-9 12-286,-6 15 16,-6 20-11,2-2 0,12-13 0,0 2 5,2 1 1,0-1-23,1 0 1,0 0 18,1 3 1,1-3 823,1 3-832,5-1 34,2-21 40,2 2 55,3-16-22,5-9-3415,10-12 3364,1-1-79,0-2 0,1-2 108,14-19-63,-14 19 1,1-1 16,10-8 1,1 2 6,4 0-38,-2 4 1,2 2 3,18 2-17,-3 5-12,-1 12 12,-17 18-39,-5 14 38,-10 5 18,-10 4 0,-5 3-1,-10 19-80,1-14 1,-2-1 63,-16 16-12,3-12 3229,6-13-3206,8-13 319,5-9-269,3-5 40,5-6-23,9-7 238,5-3-182,26-23-62,-9 3-44,-8 8 0,0-1 0,7-11-6,-6 9 0,0 2 6,-4 4-6,23-13-28,-30 30 29,2 3-35,-2 12 18,-1 11-12,-1 15-6,-2 10 35,-4 6-12,1-3 0,-4-12 0,13 7-12,-1-20 24,6 3-12,13-16 11,-9-13-11,15-6 0,-7-10 33,0-9 1,0-10 33,-2-9-55,-19 20 0,0-2-121,-1 0 0,-2 0 109,9-26 0,-7 6 0,-8 6 0,-6 7 0,-6 6 0,-2 6 0,-2 7 0,1 6 218,2 5-218,3 4 0,1 2 0,0 2 0,0 15 0,0 11 0,0 19 0,1 7-1696,2-17 0,1 0 1696,3 14 0,1-15 0,4-1-80,13 6 80,12 11 0,5-6 0,-1-4 0,-8-8 0,-13-9 0,-13-7 0,-11-8 0,-35 6 0,-14-4-65,22-5 0,-4 0 65,-26 1 0,3-2 0,18-2 0,3-1 0,0 0 0</inkml:trace>
  <inkml:trace contextRef="#ctx0" brushRef="#br0" timeOffset="56768">13348 11515 21755,'20'-58'557,"0"0"1,1 1 0,-4 4 0,0 2 0,-4 4-320,-4 2 0,-4 5-25,-3-15 816,-13 13-827,-18 24-191,-11 14-39,-20 25-522,26 1 0,2 3 547,4-1 0,1 2-3,-1 5 1,0 4-1,2-2 9,1 5 0,3-1 204,-8 7-1,4 2-242,8-2 0,7-3-48,5 4 352,12 10-280,22-34 12,22-20 8,-16-8 1,2-6-209,5-5 1,0-3 238,3-6 0,-1-2-11,-11 6 0,0-2 89,8-14 1,-3-2-31,-17 12 0,-1 0-1,8-12 1,-3 1 98,2-17 1039,-10 15-1056,-8 18-106,-5 13-152,-2 9 73,-9 18 23,-3 11-17,-11 23-3,10-20 0,0 0-31,-6 21-84,7-12 0,3-2 490,2 1-711,5-1 0,5 0-299,15-4 363,6 4-8,4-26 0,5-7 126,23-11-172,-15 0 0,0-5 387,-6-3 1,-3-4 56,-2-1 0,-3-2 41,-3-2 1,-2 0-6,8-15-121,-13 8 1,-2-1 227,5-10 21,6-14 7,-12 25-113,-7 13-156,-5 12 561,-4 8-623,-5 24 45,0-3 8,-4 13 0,-2 3 3,-1 2 19,0-1 1,-1 1-9,-3 7-27,1 10-31,6-13 36,8-11 17,8-15 33,9-13 22,25-25-27,-10 3 5,-2-3 0,0-2 51,8-10-20,-10 8 0,0 0-53,9-9-6,11-8-50,-15 20-34,8 1-45,-4 10-234,2 23 195,-13-2-269,5 22-229,-9-4-79,10 8-1187,10-1-2208,16-8-110,-20-17 1,4-3 1673,7-2 0,2-4 2143,4-3 1,0-3 508,-1-3 0,-2-3 2632,-4-3 0,-3-4 110,-6-2 0,-4-3-1255,-4-3 0,-4-2-485,-4-2 1,-4-2-315,-4-1 1,-2 0 338,0-29-318,-13 9-348,-12 13-246,-17 15-146,-19 21-45,17 8 0,-1 5-104,-6 6 0,-1 3 98,-2 5 1,2 3-3,1 2 0,3 1-29,6 0 1,2 1-28,8-3 0,4 0 429,1 20-528,17-15 270,39-4-196,10-23 66,-9-6 1,1-3-328,-1-7 1,-1-4 388,1-5 0,-1-4 34,-1-3 0,-3-4 39,-2-4 1,-2-4 21,-3-3 1,-3-3-9,-1-5 0,-2-3 6,-1-3 0,-2-3-54,-6 18 1,-1-2 0,1 1-45,5-21 1,0 2 155,-2 5 1,-2 2-64,-3 10 0,-2 4 58,0-11-196,-10 27 0,-5 20 0,-14 26 0,-10 28-193,8-10 1,-1 6 192,6-9 0,0 1 0,1 5 0,1 0 0,0 4 0,2 0 0,0-2-144,0-1 0,2-3 0,0 4-423,0 1 0,1 4 0,1-1 0,2-2 307,3-2 1,2-3 0,0-2 0,-3 7 0,1-4 0,4-7 0,0 0-1</inkml:trace>
  <inkml:trace contextRef="#ctx0" brushRef="#br0" timeOffset="58244">17107 11147 23903,'0'-8'2829,"0"1"-2574,2-23 0,0-4-71,0 17-72,1-21 0,-2 11-184,-2 26-63,-1 9 107,-1 3 67,-12 45-39,3-17-1065,-6 16 0,-2 1 1065,0-2 3,-5 4 0,-1-1 8,4-13-3,-3-2 1,1-2 8,5-15 84,-12 10 27,24-29-38,0-9-90,6-18 11,6-18-5,1 0 16,6-3 1,2-1 5,4-7 168,-3 9 0,3-6 0,0 3-174,1-1 1,2 1-5,-1 3 1,2-3 0,0 4-11,1 1 1,1 3-333,15-8 1,3 6 317,-12 17 1,2 4-15,11-6 1,2 5-1,-8 12 1,-3 5-4,17 8-27,-4 21-40,-27 29 98,-16-24 1,-6 1-312,-9 10 0,-9 0 303,-11-4 0,-7-3 25,-6 1 0,-3-3-17,-2-1 1,1-3 5,5-5 0,2-1 19,9-8 1,4-1 1510,-5 1-1281,19-11 644,12-6-895,4-1-12,7-7 0,26-8-45,12 0 80,-10 7 1,3 2-123,2 4 0,-1 2 23,-7 2 0,2 3-376,15 6 0,0 3-282,-16-2 0,1 2-889,15 5 1,1 1 1121,-5-4 0,-4-1 0,5 2 0,-4-4 0</inkml:trace>
  <inkml:trace contextRef="#ctx0" brushRef="#br0" timeOffset="59527">18061 11296 21982,'-3'-7'4515,"0"2"-3737,3 5-22,0 0-745,-49-57-72,37 43 35,-16-18 1,8 7 25,22 25 12,12 1 4,7 0-10,14 1 22,2-3-17,-8-2 23,4-6 39,-18-2-12,3-8-16,-13 5 84,-8-11-62,-6 9-5,-6-5-34,-5 11 11,-3 4-39,-6 12-17,-7 7 17,-3 15-17,2 12 17,7 11 6,12 7-34,11 3 5,17-4 12,19-9-837,21-11 836,-17-24 1,2-3 2,5-2 1,1-4-191,1-5 1,0-3 198,-2-3 0,-1-3 19,-3-3 1,-3-3 16,-3-2 1,-4-2 42,19-23-40,-17 6-19,-13 6 0,-3 0-20,-1-10 0,1-17 0,-8 23 0,-4 8 0,-2 10 0,0 7 790,-1 5-790,0 2 445,2 2-445,-1 1 0,1 0 0,0 1 0,-1-1 0,4-3 0,0 0 0,2-3 0,-2 3 0,-1 1 0,0 2 0,-2 5 0,-3 9 0,-3 17 0,-5 14 0,3-9 0,-1 1 0,3-5 0,0 1 0,-1 5 0,2-1 0,3 6 0,13 0 0,9-16 0,14 1 0,10-10 0,6-9 0,0-12 0,-6-9 0,-3-21 0,-18 7 0,-2-23 0,-15 7 0,-1-16 0,-3-2 0,-1 2 0,0 10 0,0 11 0,0 14 0,0 11 0,0 7 0,-1 7-220,4 13-144,2-3-117,6 12-2242,26 9-2754,6-6 4798,-13-8 1,-1-2 0,5-2-1,-14-7 1</inkml:trace>
  <inkml:trace contextRef="#ctx0" brushRef="#br0" timeOffset="59968">19338 11139 23556,'-16'-43'1170,"1"0"1,-2-2 0,1 5-561,-2 5-167,-5-4-96,4 11-144,4 12-210,7 9-60,2 10 56,0 17 36,0 9 0,1 5-14,1 3 0,2 2-311,-2 4 1,2 2 293,6 2 1,4-1-9,1-9 0,3-2 14,4 8 0,2 0-9,0-6 1,0-3-14,-1-4 0,-2-2-359,4 23 286,-12-19-275,-18 1-397,-13-18-308,-12-3-203,-6-12-127,2-16 290,6-16 1162,11-20-72,16 21 0,4-3 151,5-2 0,3 0-25,4-1 0,2 1 296,4 2 1,2 2 252,4 0 0,0 3 185,11-10-477,-6 10-72,-15 20 290,-11 10-419,-8 13-17,-11 14-73,-15 20-538,3-3 476,7-13 1,-1 2-87,0 2 0,1 1-516,1 5 1,3 1-799,1-4 1,6 0 1394,20 23 0,1-38 0,9-6 0</inkml:trace>
  <inkml:trace contextRef="#ctx0" brushRef="#br0" timeOffset="60343">19655 11371 27234,'-6'-59'-140,"0"13"575,15 56-486,5-1 177,6 4-216,25-5 165,-8-7-58,19-7 0,-12-13 262,-12-2-167,2-28-11,-20 10 39,1-21-67,-15 23 101,-8-3-5,-14 11-169,3 6 0,-15 4 0,-7 22 0,-5 13 0,16 0 0,0 5 0,2 7 0,2 5 0,-1 16 0,3 2-935,8-15 1,3 2 891,3 16 1,9 0-530,12-19 1,7-2-1759,7 8 0,6-1 2330,2-7 0,1-4 0,15 7 0,-18-18 0</inkml:trace>
  <inkml:trace contextRef="#ctx0" brushRef="#br0" timeOffset="61471">21600 11221 21024,'14'-59'584,"0"-1"0,-1 0 0,1 1 0,-2 5 1,1-1-1,-2 4 0,-3 5-268,-4-5 1,-3 5-522,-1-2 0,0 0 482,-3-5 1,-2 1 109,0 12 1,-2 5-119,-8-10-101,3 27-235,-1 27 84,-6 32-26,4-3 1,1 3-304,0-2 0,0 4 314,-2 11 0,0 9 0,1-2-559,3-13 1,2 0 0,-1 2 532,-1 4 0,-1 3 0,0 1 0,0-2-34,2-7 1,1 0 0,0-1 0,0-3-35,-2 5 1,2-2-1,-1 2-522,1-1 1,-1 4 0,1-1 0,2-3-2197,1-5 0,1-3 1,1 1 2457,-2 12 0,0 2 0,1-7 1,3-11-1,2-6 0,1 2 0</inkml:trace>
  <inkml:trace contextRef="#ctx0" brushRef="#br0" timeOffset="62003">21167 11626 19193,'0'-46'693,"0"-1"1,1 1-1,1 2 1,1 0-1,2 2-618,7-12 1,4 3-1636,6 0 0,4 3 1554,-3 10 1,3 2-26,13-7 0,7 3-172,-8 13 0,3 1 1,2 1 203,0-1 1,1-1 0,2 1 9,7-2 0,2-1 1,-2 3 10,-11 4 0,-1 2 1,-2 0 78,14-8 0,-4 1 424,-9 2 0,-5-1-184,-7 5 1,-5-2 358,6-14-67,-15 6-50,-9 10 1282,-5 9-1703,-2 7 1183,-1 7-1406,-7 14 78,-11 25-17,4-7 0,-1 3-313,1-3 1,-1 4 321,-3 8 0,-2 5 1,1-2-665,-1 4 1,1 2 659,2-5 1,-2 3 0,4-2-6,0 5 0,3-5 2,5-13 1,4-2-34,3 3 1,5-5 69,10-1 40,13 3 16,16-28-28,14-18-34,-21 0 1,0-3 248,3-5 1,0-3-199,-1-1 0,-2-1 17,-3 0 0,-1 0 100,16-17 1308,-13 11-1441,-14 11 32,-9 10-111,-7 5-11,-2 12 39,1 11 358,-1 18-353,1 11-16,-2-6 11,0 19-23,2-24-28,5 12-117,6-20-930,12-12-8750,6-8 8428,-5-7 1,-6-3 0,-14 0 0</inkml:trace>
  <inkml:trace contextRef="#ctx0" brushRef="#br0" timeOffset="62935">22657 11286 18800,'-3'8'4303,"2"-1"-2982,1-7 741,0 0-1687,-5 0-129,6 0-100,10-7-96,12-4 29,28-15-18,-15 6 96,13-11 45,-24 7 5,1-8 0,-8-4 118,-7-2-241,-6 13-38,-7-1-46,0 20 0,-5-3 0,0 8 0,-6 1 0,-7 9 0,-20 21 0,9-2 0,6 0 0,1 2-863,-6 22 863,3 0-37,14-5 1,6-2-82,6-3-31,6-2 1,6-3-317,27-9 255,-10-15 0,4-3 22,12-6 1,1-6 154,17-5 58,-13-9 0,-5-3 25,-10-2 17,-5-1 1,-2-2 111,-1-16-8,-8 7 0,-1-2-433,-4 5 1,-2 1 424,9-27 936,-9 17-924,-8 18-103,0 4-72,-3 9 0,0 9 0,-7 16 902,1 1-902,-5 14 0,0 12 0,4-11 0,1 1-295,-3 22 295,4-16 0,3-1-673,6 11-1108,8 11-3417,9-8 5198,1-15 0,-6-18 0,-7-11 0</inkml:trace>
  <inkml:trace contextRef="#ctx0" brushRef="#br0" timeOffset="63126">23513 10842 24032,'-15'9'-897,"-2"-14"1,27 27 0</inkml:trace>
  <inkml:trace contextRef="#ctx0" brushRef="#br0" timeOffset="63469">23576 11079 15796,'-5'-11'3035,"2"2"-117,3 9-2072,0 0 551,30-29-1408,-2 48-11,26-8 16,-32 20 1,-4 9 177,1-2 0,-3 2-200,-3-1 0,-3 1-6,-3-3 1,-3-1 11,-6 16 3173,-16-3-3123,-6-25 39,-6-4 118,3-22-124,12-7 74,4-19-51,11-4 705,12-15-777,7 10 0,4 0-35,5 3 0,1 2-157,2-2 1,3 3-51,15-1 0,2 6-623,-16 11 0,1 2-819,15-5 0,0 2 1672,-17 9 0,-3 2 0,6-1 0,-18 4 0</inkml:trace>
  <inkml:trace contextRef="#ctx0" brushRef="#br0" timeOffset="66062">25554 11258 13491,'2'-45'3157,"0"0"0,-3-6 1,-3 4-2089,-6 8-285,-7-10-162,-6 22-482,1 13-95,-2 7 0,-9 16-6,-4 12-39,12-3 0,0 3-6,-1 4 1,3 3-4,1 11 1,5 0-9,-5 17 9,18-16 0,6-2-4,20 9 18,-5-19 0,4 0 8,11 2 0,3-1-642,-5-6 1,-1-1 627,1-2 0,-2 0 11,11 10 6,-20-11 22,-6 4 40,-42 2-35,-22-4-33,5-7 1,-2-3-428,9-2 0,-2-2 424,-11 0 0,-1-1-8,14-3 0,0-1-8,-10-1 0,1 0-239,-14-6-124,18-6-833,33-3-6290,25-5 7494,7 5 0,-1 2 0,-4 5 0</inkml:trace>
  <inkml:trace contextRef="#ctx0" brushRef="#br0" timeOffset="67126">26007 11269 24273,'12'-43'756,"0"0"0,-2 5 1,-5 8-612,-10 20-16,-13 7-73,-25 20-39,-7 9-418,15-3 0,1 4 407,6 2 0,2 0 10,-11 21-30,20-20 0,3 1 188,2 29-186,10-1-4,17 0 38,18-23-16,12-13 22,-5-11 33,11-15 146,-1-20 34,-4-7-516,-23 7 1,-3-2 352,-2-10 40,-6-17-12,-10-8-56,-2 11-10,-4-6 583,-8 15-662,2 15-57,-2-1-419,3 23-2725,2 18 2808,2 3-105,0 12-74,4-3-1868,8 8 1,3 3-3952,6 17 3251,-1-10 1,5-1 2326,2-14 1,2-3 2061,21 12 755,0-11 3402,-5-18-746,-13-15-868,13-16-2986,-15 1 59,-4-5 0,-2-2-439,-1-1-79,8-17 14,-12 14 0,-2-1-177,5-12-5,-2 1 0,3-9 0,-1 2 360,-2 1 1,0 1-477,-1 5 0,1-2 0,-1-3 113,0-4 0,-1-5 1,0 2-1,-3 8-1340,-1 6 0,0 2 1292,2-19 1,2-6 0,-5 16 14,-8 20-43,0 6-122,-2 12-23,-2 15 1694,-5 11-1604,-9 24 5,4-8 0,-1 4 847,-4 11 0,0 4-868,4-11 1,-1 1 0,1 1-2,0 3 0,-1 1 0,2-2 5,-4 11 0,2 0 0,4-6 1,0 2 0,2-6 5,4-10 0,1-1-2,0 8 0,1 4 0,4-6-7,13 14-5,-1-18 0,5-3 20,29 1-12,15-16 6,-25-16 0,1-5-6,11-9 1,0-6-1250,-7-2 1,-2-2 1265,0 0 0,-4-4 8,-4-4 1,-4-3 22,-3-5 0,-3-1-28,-2 8 0,-2 0-91,4-12 1,-4 3 183,-5 2 1082,-1 0-1139,-8 17-16,-2 11-62,-1 8 62,-1 10-39,-3 11 16,-2 22 0,-2 14-11,4-20 0,1 1 695,1 1 1,0-1-718,2 21 16,8 4 47,16-14-57,-3-10 27,25-3 0,-17-28 23,15-8 16,-9-13-5,-1-13-34,-10 2-1727,4-24 1723,-16 22 41,0-5 1,0-2-54,1-3-1,5-16-67,0 19-16,-4 12-231,7 6-878,4 10-528,3 6 1296,6 11 430,-11 3 0,-8-2 0,-8-4 0</inkml:trace>
  <inkml:trace contextRef="#ctx0" brushRef="#br0" timeOffset="68518">27939 11247 20207,'16'-45'888,"0"1"0,0-1 0,-1 1 1,0 1-1,-1 0-454,3-16 1,-2 2-780,-2 4 1,-1 1 646,-4 7 0,-1 2-64,-3 9 0,-1 3 568,-3-11-694,-2 20 72,-1 15-273,-3 19 66,-7 23 6,3-5 1,0 4-1,-2 10 0,-1 5-252,2-4 0,1 4 0,0-2 255,0 5 0,0 0-37,2-3 1,0 3-1,1-3-106,1 1 1,2-2-119,-1 12 1,1 0-258,1-5 0,1 0-759,1 2 0,0-4 851,1-18 0,0-3-898,0 31 828,-2-49 577,-4-11 348,-3-21 257,-5-17 100,1-15-4,1-9-421,7 27 1,1 0-233,-1-19 176,5 14 1,2 1-180,10-11-110,6 8 1,4 2-19,14-1-24,0 13 1,6 5 457,-6 8 1,2 2-458,10-1 0,2-1 30,8 2 1,0 1 19,-14 2 1,-2 0-7,-3 0 1,-4 1 72,9-5 124,-23 2 218,-3-1 197,-9 3 217,-7 0-297,-1 2 501,-1 0-668,0 1-146,-1 0-174,0 3-128,-4 6 78,-2 1-6,-9 16-5,-4 6 0,-6 15-79,11-11 1,-1 1-256,4-3 0,1 0-86,-2 7 0,2-2-325,-2 11-1910,3 2 2666,8-14 0,-1-10 0,4-7 0</inkml:trace>
  <inkml:trace contextRef="#ctx0" brushRef="#br0" timeOffset="68693">28897 10779 23657,'-8'-38'-319,"0"0"0,-5-20-409,1 77-1608,5 11-577,-1 10 1913,9 5 0,0-27 0,3 0 0</inkml:trace>
  <inkml:trace contextRef="#ctx0" brushRef="#br0" timeOffset="69077">29235 11069 19776,'0'-6'4687,"0"2"-2653,0 4-1973,-60-32-49,32 32-12,-10-14 0,0 5-45,3 37 34,5 6-6,-1 14 19,20-17 1,5 2 20,6 20-46,15 5 29,6-27-6,20-2 39,-11-19 28,12-3-50,-16-12 129,0-12-1,-9-11-33,3-15-22,-11 9 0,-2-3-34,-1 6 0,-1-1 22,-1-5 0,-1 1 62,-2-11-100,-2 16-1,-3 8-297,1 16-223,-3 2-382,-1 15 84,2 3-1875,-2 20 2654,9 4 0,-3-10 0,5-3 0</inkml:trace>
  <inkml:trace contextRef="#ctx0" brushRef="#br0" timeOffset="69703">29634 11130 27953,'20'-31'-104,"0"0"1,11-15 131,-52 85-40,1-1 12,-5 12-6,11-17 1,0 0-6,-3 9 33,-4 15-27,10-30 10,5-8 29,5-14 78,19-5-67,-2-7-15,17-7 1,5-4-11,-8 1 0,1-1-654,16-9 1,1 0 650,-16 7 0,-1 0-1429,13-6 0,-2 1 1435,0 2-1,-3 4 1,-1 3-35,-8 7-10,5 3 16,-23 21-5,-10 17 0,-11 20 17,-7 10-9,6-31 0,0-1 914,-6 24-917,7-11-11,10-9 3432,10-11-3415,13-11 0,13-9 22,8-12-5,4-11 44,0-16-376,-25 12 1,-2-4 367,0-5 0,-1-3-30,1-7 0,-2-2-23,1-4 0,0-1 0,0-1 0,1 0 0,-2 3 0,1 3 0,-2 5 0,0 4 0,9-18 0,-10 22 0,-9 18 0,-6 9 0,-3 4 0,0 8 0,0 13 742,-1 26-742,2-11 0,1 3 0,3 9 0,1 2-732,4 5 1,2 0 731,2 0 0,3 0 0,0-3 0,1-1-290,-1-6 0,-1-1-295,-4-7 0,-1-3-603,1 14 1188,-12-8 0,-1-26 0,-2 2 0</inkml:trace>
  <inkml:trace contextRef="#ctx0" brushRef="#br0" timeOffset="69920">31361 11484 28671,'-7'-3'0,"1"-1"-242,1-6 242,-1-2 0,2 4 0,0 0 0</inkml:trace>
  <inkml:trace contextRef="#ctx0" brushRef="#br0" timeOffset="78781">952 4425 17372,'-5'-45'414,"0"0"1,0 1 0,0-18 0,5 7 318,15-5-5,1 18-688,-7 21-29,-4 14 190,-5 29-25,-3 13 1,-2 5-141,1-8 1,-1 3-383,-3 6 0,-1 5 1,-1-2 381,-2 2 1,-1 0-15,-2 7 1,0-1 82,4-10 1,3-2 34,1 18 45,9-30 650,28-22-516,14-33-280,-18 11 0,2-2-712,16-15 0,2-4 703,-1 0 1,1-1-18,-9 7 0,3-1 1,1-2-33,6-5 0,1 0 1,-2 1-57,-7 7 0,-1 1 1,-1 2-61,14-12 1,-2 4-491,-10 10 0,-3 6-9206,11 6 8974,-12 3 1,-12 12 0,-22 1 0</inkml:trace>
  <inkml:trace contextRef="#ctx0" brushRef="#br0" timeOffset="79323">1338 6907 15170,'-19'-38'1438,"0"-1"0,1 1 0,-7-14 0,4 9-708,9 15-433,3 12-151,7 17-57,-3 21 12,-2 24-48,-1-9 1,-1 3-194,1-5 1,-2 3 186,-8 22 1,0 1-37,7-24 1,2-1-4,-4 13 0,3-4 26,9-5-2756,27-16 2885,-3-21-237,13-13 0,4-7 116,-8-5 0,1-4-29,-1 0 0,3-2 0,0-1-6,-3-1 1,-1 0 0,0 0-8,1-1 0,-1 0 0,0 2-6,4-6 1,-1 1-88,9-9 1,-3 3-429,3-2-188,-16 16 0,-2 2-3032,-4 7 3741,-11 16 0,-7 3 0,-3 4 0</inkml:trace>
  <inkml:trace contextRef="#ctx0" brushRef="#br0" timeOffset="80286">671 10216 25983,'-13'-47'-31,"0"-1"0,-1 0 1,1 0-1,-3-10 1,1 1-1,2 14-466,2 11 752,-4-4-41,1 11-311,-3 5-361,3 25 1116,-3 23-464,4 9 86,4-4 1,1 2-33,2-3 0,2 1 8,0 13 0,2 2-114,3-12 1,3-1 120,7 26 254,14-24-1204,4-21-103,14-5 683,-7-20 0,1-6-506,19-8 660,-6-7 0,2-5-570,-10 6 1,-1-2 686,-5 6 0,1-1 1,1 0-31,-2 1 1,-1-1 0,0 2-96,13-7 1,-2 2-2124,-6 7 0,-3 3 2149,6 3 0,-17 9 0,-23 11 0</inkml:trace>
  <inkml:trace contextRef="#ctx0" brushRef="#br0" timeOffset="80659">797 11616 18212,'-4'-2'2471,"1"1"-1693,3 1 309,-21-96-818,15 66-591,-7-25 1,1 6 500,10 41 251,-4 2-418,-2 15 21,-15 28-5,-2 11-211,9-15 1,1 1 182,-6 23 0,10-10 16,11-16-100,25-7 134,-5-16 76,12-10 0,3-7-20,-6-6 1,0-3-509,16-11 1,1-2 446,-13 5 0,0-3 31,0 0 1,2-3-1,-2 2-386,0-1 1,-1 0 292,13-11 0,-2 1-246,-16 15 0,-2 4-477,7-5 740,-13 18 0,-13 8 0,-2 4 0</inkml:trace>
  <inkml:trace contextRef="#ctx0" brushRef="#br0" timeOffset="90401">749 13571 21177,'-45'-5'370,"0"0"1,2 1-1,13 0-914,28 3-53,2-1 241,13-2 199,22-5-67,-2 0 1,5 0-1182,16-4 1,2 0 1086,-6 2 1,4-1-70,5 1 0,6-1 1,-5 2-339,1 1 0,-1 3-67,-7-1 0,3 1 1,-6 3-727,-6 6 0,-7 4 723,4 6 795,-56 19 0,-14 4 342,-11 2-472,3-8 1,-7 4 0,1-2 689,-9 2 1,0-1-71,8-3 1,-2 0 0,0 0 43,1 0 0,0 0 1,2-1-180,-7 4 1,2 0 108,11-7 1,-2 0 0,5-3-336,7-3 1,1-2-170,-6 5 1,4-1 1660,11-6-1464,29-13-101,9-8-37,22-12 1,7-4-274,-4-1 1,2-2 277,-1 0 1,4-3-1,-1 0 19,-5 1 0,-2 0 0,0-2 18,-2 1 1,-2-2 0,0 0 20,-5 2 0,-1-1 1,-2 0 87,7-12 1,-4 0 103,-9 5 1,-5 0 1824,1-24-1573,-26 10 47,-20 11 15,-21 9 112,-12 6-364,28 14 0,-1 1 264,-24-6-74,14 4-145,15 4-202,14 3 1135,8 2-1365,3 1 12,16 4-6,10 8-33,18 15-12,-19-6 1,-2 4-330,0 6 1,-4 5-19,-3 8 1,-5 2 66,-1-7 1,-5 3-2455,-6 5 1,-3 5 0,-1-4 2279,0-4 1,0-2 0,-2 4 0,1-8 0,2-20 0</inkml:trace>
  <inkml:trace contextRef="#ctx0" brushRef="#br0" timeOffset="90926">2925 13712 21484,'35'-50'-62,"0"0"1,3 3-1,4 7-84,5 16 1,2 7-1022,3-2 0,-1 1 559,0 2 1,0 1-628,-4 3 0,-1 1 1235,-2 2 0,-4 0 0,5 1 0,-11 3 0</inkml:trace>
  <inkml:trace contextRef="#ctx0" brushRef="#br0" timeOffset="91120">3491 13355 11026,'-3'0'8789,"1"0"-6969,2 0-1484,-22 47-140,7 4-945,-4 1 0,-1 4 715,4-1 0,1 2-112,3-15 0,0 1 1,0-2-68,-3 10 0,0 1-670,3-4 0,0 3 0,2-3-1719,3 0 1,1-1 2385,-2 13 1,1-4-1,6-4 1,1-26 0</inkml:trace>
  <inkml:trace contextRef="#ctx0" brushRef="#br0" timeOffset="106480">3829 13630 16986,'0'-5'2761,"3"-31"1,3-7-2353,-1 16-222,1-16 1,1 1 411,3 18-162,-1 5-157,0 2-174,-5 9-139,-2 5-236,-2 7 269,0 8 84,1 17-39,-1 18-29,-4-15 1,-1 2-373,-4 6 0,-1 2 358,-5 3 1,-1 0 2,-2 2 1,-1-2 2,2-3 1,1-2-12,3-7 1,1-2 7,-3 14 18,9-19 83,4-12 123,2-9 46,2-6-78,3-5 627,8-8-796,1-1 45,23-20-62,-9 11 1,11-7-52,-6 17 24,-12 11-12,7 15-17,-7 10 17,5 12-11,0 7-12,-3 4 34,1-1-6,-6-11 41,15 0 32,-8-22 29,15-5-35,-11-14 32,-3-13 0,-1-4-4,5-7 104,4-12 1,-1-4-322,-16 17 1,0-1 323,6-12 1,-2 0-24,-8 11 1,-1 4 151,4-16-67,-8 19-151,-4 14-180,-4 9 90,-3 22 6,-2 8 602,-6 25-726,2 5-274,0 2-459,4-2-1233,8-7 2084,8-8 0,-4-20 0,2-6 0</inkml:trace>
  <inkml:trace contextRef="#ctx0" brushRef="#br0" timeOffset="106666">4808 13370 25057,'-40'7'-3277,"0"0"0,4 2 0,11 4 3119,29 21 0,1-12 0,-1-9 0</inkml:trace>
  <inkml:trace contextRef="#ctx0" brushRef="#br0" timeOffset="107123">5156 13740 22470,'0'-7'3405,"0"1"-2985,0 6-73,-12-60-319,9 45-162,-11-46 11,14 68 128,-2 12 7,3 3 4,7 35-38,3-10 5,-1-11 0,2 1-524,5 2 1,0-3 372,8 16 5,-6-18 1,-2-1-369,1 6 262,-3 5-27,-15-7-309,-18-11-230,-17-10 141,-14-14 442,-6-18 562,6-21-215,28 8 1,6-4 310,4-18 0,6-2 19,5 6 1,3 2-197,0-2 1,3 3 182,2 11 0,0 4 415,0-2-345,0 0-186,-5 16-144,-1 9-169,-2 7-22,0 7 541,0 13-480,-3 19-10,-2 20-82,0-23 0,-1 3-1192,-3 14 1,-1 0-240,3-15 0,0-1 865,-2 13 1,2-6 0,2-17 0,2-1 0</inkml:trace>
  <inkml:trace contextRef="#ctx0" brushRef="#br0" timeOffset="107530">7263 13949 24531,'0'-59'944,"1"0"1,-1 16 0,0 6-615,2-7-296,-2 34-174,-1 13 106,-1 3-11,-7 33-50,-1 9-101,2-9 0,0 3-643,0-1 1,1 1-1137,1 1 1,2-1 1327,0-5 0,1-4 1,2 10-1,1-21 0</inkml:trace>
  <inkml:trace contextRef="#ctx0" brushRef="#br0" timeOffset="107699">7488 13488 18408,'-45'-13'0,"10"3"0</inkml:trace>
  <inkml:trace contextRef="#ctx0" brushRef="#br0" timeOffset="108147">7890 13675 22907,'0'-7'3388,"0"1"-2988,-8-25 1,-5-3-188,4 18-202,-3-20 0,0 7-61,4 29-51,4 7 84,0 14-11,2 33 23,1-9-119,3-6 1,1 2 22,5 20-321,-3-23 0,1 2 265,0-2 0,0 0-6,-1-3 1,0 0-453,2 24-209,-5-9-257,-7-13-302,-6-14-31,-5-17 103,-5-35 1250,6 1 195,5-7 0,1-5 252,5 3 1,2-1 193,-2-14 1,3-2 169,3 2 1,3 0 215,1 2 0,1 3-329,4-8 29,0 11-279,-10 33-236,0 3-162,-1 9 128,-2 21 647,-2 0-697,-10 37-42,3-28 1,-1 2-715,-5 13 0,-2 2 535,-3 2 0,-1 2-901,5-9 0,0 2 0,1-3 563,-2 7 0,1-3 0,3-5 0,2-6 0,6-6 0</inkml:trace>
  <inkml:trace contextRef="#ctx0" brushRef="#br0" timeOffset="110039">9951 13617 19809,'13'-52'983,"1"0"0,-1 0 0,1 1 0,-2 3 0,-1 4 0,0 1-432,2-14 1,-3 12-277,-9 25 134,-5-3-404,0 21-16,-12 10 5,-26 32-5,18-13 0,-1 5-618,-2 4 1,0 5-1,2 1 615,-4 12 0,4 5 3,6-2 0,2 5 0,3-2-4,6-12 0,2-2 0,1 1 7,0-1 1,1 0 0,2-1-13,4 15 0,5-4-186,6-10 0,3-2 192,0-1 0,4-4 0,4-1 0,3-6 59,17-4 62,1-21-57,-11-13-1292,-9-13 1,-2-5 1302,2-7-2,-4-5 0,0-3-74,-8 8 1,-2-2 64,7-19 1,0-2-26,-3 9 0,0 0 564,1-4 1,2 1-562,-2 13 0,-1 4-6,5-7 249,2 7-249,1 14-22,-8 9 3299,14-2-3316,-2 20-3151,2 12 3157,-2 6-199,-7 26 154,-14 5 39,-6-20 0,-2 2 3,-3-1 0,-1 1-137,-2 3 0,1-2-51,-4 13-386,12-20 1,6-2-809,14-7 450,7 2-1474,19-21-470,10-26 2588,-9 2 458,-12-9 1,-5-5 3442,-7 0-3005,-1-6 0,0-3 430,-2-6-385,-8 15 0,-1-1 722,-1-8-734,-6 14 648,-5 7-340,-4 10-744,1 2 16,-3 4-129,5 3-145,0 0 39,3 3 39,5 3-11,2 2 6,26 3 0,-11-7-6,8-3 0,1-2 5,-3-5 96,29-17-6,-34 1 79,7-11 22,-17 2 50,-9-7-111,-10 6-79,-2 3 28,-11 9-73,-3 11 6,-10 4 5,-9 15-28,-6 13-10,-3 18-4,26-16 0,2 1-2,-8 19-26,15-6 1,4 2-99,4 16-166,6-15 0,4 0 177,3-10 1,5-3-3,4-2 0,4-2 33,3-4 1,3-3 27,3-3 0,0-4 20,21 3 36,-14-12 1,0-4 70,8-11 24,-14 2 1,-2-3 137,6-20-96,-13 2 230,-2-22-89,-11 15-85,-4 6 1,-1 1-73,-1-4 73,-1-9-63,-1 20-60,4-7-29,7 3 384,8 2-395,9 3-5,9 6-12,-5 8 1,15 8-1,-18 13 6,11 12-11,-16 13 11,-6 8 0,-6-5-6,0 21 12,-8-29-15,1 1 1,1 1-20,4 0-33,9 15-1,-2-20-246,19 6-151,-8-15-353,12 6 313,-16-14-1069,9-8 392,-10-14-667,11-10 124,-13-4 871,7-18 0,-19 27 0,4-9 0</inkml:trace>
  <inkml:trace contextRef="#ctx0" brushRef="#br0" timeOffset="110699">12159 13767 25113,'-24'-19'1093,"6"4"-987,17 14-2565,1 1-1635,7-1 4094,-2 1 0,3-2 0,-4 2 0</inkml:trace>
  <inkml:trace contextRef="#ctx0" brushRef="#br0" timeOffset="113731">11486 13945 20390,'-22'-50'642,"0"0"0,3 4 1,2 8 85,7 12 148,5 4-215,6 2 3,6 3 154,5-1-553,-2 8 110,-2 2-5,-5 6-337,-2 2-27,-1 7 44,-2 7-16,0 5 27,-3 18 1,-2 4-20,0-6 0,0 3-6,-1 1 1,0-1-564,1-3 1,0-3 554,-5 24 17,3-18-6,0-3 23,-3 6-12,2-10 23,3-11 67,3-9 95,2-7 1340,2-4-1575,2-9 0,1-20 0,0 0 0,5-32 0,0 6 0,-4 20 0,2-3 0,0-15 0,-1 0 0,-1 16 0,-1 2-157,1-6 0,-2 4 157,-1 7 0,-1 13 0,0 7 0,0 2 0,-1 5 0,0 3 0,0 3 314,-1 7-314,1 18-3392,0 4 3392,1 4 0,0 4 0,0 7 0,-5 6-357,1-20 1,0 0 356,-6 13 0,-2-10 0,1-1 0,-2 2 0,2-5 0,0-1 0,2-2 3039,2 1-3039,4-16 0,2-6 0,1-8 1066,7-9-1066,9-17 0,7-12 0,-8 10 0,1-1-1696,0 0 0,-1 1 1696,9-18-114,-7 15 0,0 1 114,2-6 0,3-7 0,-5 12 0,-11 17 0,4-2 0,-7 14 0,1 0 0,4 2 3280,11 0-3280,3 4 0,11 1-3052,-4 4 3052,-6 0-22,12 11 22,-17-8 0,19 23 0,-24-17 0,8 33 0,-15-15 0,1 8 0,-4 9 0,-1-18 0,2 5 0,5-4 0,1-18 0,5 5 0,3-13 3382,6-6-3382,-2-5 32,15-10-32,1-10 0,12-13 0,-21 10 0,-1-2 0,13-17 0,-3-5 0,-21 16 0,-6 2 0,-6 9 0,-2-12 0,-2 7 0,1-14 0,-1 13 0,0-9 0,0 19 0,0-4 0,-1 16 0,0 4 0,0 1 0,-4 5 0,-1 3 0,-5 8 0,2-2 0,-4 12 0,7-12 0,-4 21 0,7-12 0,0 13 0,2-3 0,0 13 0,0-13 0,0 14 0,1-17 0,3 4 0,4-5 0,7-9 0,0-8 0,15-5 0,4-8 0,28-11 0,-7-4 0,-24 3 0,0-2 0,11-14 0,-11 4 0,9-22 0,-17 11 0,4-8 0,-12-6 0,-10 19 0,-1-5 0,-3 6 0,-1 20 0,0-5 0,0 14 0,0-2 0,7-1 0,11-2 0,16-1 0,13 1 0,5 3 0,-2 11 0,-8 12 0,-16 2 0,-3 25 0,-17-11 0,-2 16 0,-8-19 0,-6 13 0,5-14-153,-1 11-569,15-10-157,8-7 436,6-8-553,34-8 737,-7-16 83,-13 1 1,1-4 189,-6-3 0,-2-3 28,0-1 0,-2-3 25,-2 0 1,0-2 117,18-22 89,-9 0 90,-10 4-5,-10 4-23,-8 4-17,-5 5-168,-4 8 140,-8-3 111,-6 13-368,-11-3-23,2 13 22,-31 18-3419,11 7 3386,18-11 0,0 1 0,-2 8 0,3 1-34,-1 12 6,-4 17-28,24-14 34,10-12-28,26 2 33,6-18 34,20-1-6,-2-19 39,0-10-290,-5-10 308,-13 2 133,5-19-83,-18 11 83,6-10 3262,-16 19-3463,-5 10 0,-7 10 0,-6 6 501,-8 10-501,-9 10 0,-3 11 0,1 6 0,10 2 0,8-8 0,16 13 0,13-19 0,25 7-26,-15-24 0,1-5 4,28 1 10,-6-14 1,1-4-506,-15-1 1,-1-2 521,-1-2 1,3-2 0,-2-2-3,8-11 0,-2-5-2,-15 8 1,-2-2 0,0-2-506,-1-5 0,0-2 0,-3-1 509,1-4 1,-1-2 0,-2-1 5,0-3 0,-1-1 0,-2 0-9,-1 0 1,-2 0-1,-2 0-2,-1 5 0,-3 0 0,-1 1-349,0-14 1,-5 2 348,-6 12 0,-3 4 0,-6-11 0,-21 15 770,4 29-770,-20 15 0,-2 26-765,15 9 0,1 4 765,9-10 0,2 2 0,0 7 0,0 6 0,4-5-58,4-4 1,2 1 57,1 0 0,-1 7 0,1 1 0,2-4 0,2-3 0,2-2 0,0 2 0,0 14 0,0 4 0,5-4 0,6 3 0,7-5 0,4-7 0,4-4-244,4-6 1,2-3 193,2-4 0,2-4-12,0-4 0,2-4-5,1-5 0,2-4-8,2-5 0,0-4 50,3-8 0,1-5 22,2-5 0,-1-6 1071,4-8 1,-3-6-1069,-13 8 0,0-2 0,-2-2-87,3-6 1,-2-1 0,0-2 95,0-3 1,-1-1-1,-2-1-227,0-1 1,-1 0 0,-2 0 237,-4 3 1,0 1 0,-3 1 21,3-14 0,-4 3-62,-6 10 0,-4 2 120,-6-20 392,-12 16-492,2 23 1142,-6 10-1142,0 20 0,-13 18 0,7-3 0,-2 6-842,-10 22 0,1 4 839,9-15 0,1 3 1,4 1 0,0 4 0,4-2-360,4 4 0,5-1 320,-2 11 0,4 1 6,6-7 1,7-2-21,11-3 0,5-4 36,-6-16 1,2-4-12,15 1 0,2-6-8,14-10-85,-19-8 1,0-3 120,0-5 1,-1-4 4,0-3 1,0-4 44,4-9 1,-1-1 14,11-10 16,-19 12 1,-4 1 2845,-7 5-2924,-2 3 1403,-10 10-1403,-5 7 83,-2 4-83,-4 4 436,-1 8-436,2 2 0,1 0 0,11-3 0,10-4 0,17-4 0,14-4 0,9-10 0,0-10 0,-3-9 0,-12-2 0,-11 2 0,-14 11 0,-9 6 0,-8 8 0,-9 14 0,-8 10 0,-3 7-270,-9 21 270,2 5 0,4-2 0,1 4-471,6-18 0,0 4 411,3-1 1,-2 8 0,1 0 0,3-7-1050,0 5 0,1 0 1109,2 0 0,-1 8 0,1-1 0,2-10 0,-1 16 0,5-17 0,0-1 0</inkml:trace>
  <inkml:trace contextRef="#ctx0" brushRef="#br0" timeOffset="114313">17374 13882 22510,'29'-49'587,"-1"-1"0,0 0 0,-2 5 0,-1 1 0,-2 4-316,1 1 1,-2 5 554,6-11-244,-13 17-329,-11 21-331,-4 5 113,-10 17-30,-11 18-10,-10 20-6,5-3-12,10-10 1,5 1 290,7 12-260,6-16 1,7-2-3,27 10-12,-8-28 1,5-5 19,11-5 0,2-4-145,-14-2 1,-1-4 155,12-5 1,-3-5 75,1-16 50,4-13-56,-17 6 84,-4-11-5,-14 2-123,-3 1-63,-6 2-38,-4 20-169,-2 6-125,1 7-1000,3 3 358,1 4-7192,16 2 8178,-1 3 0,4-2 0,-8 1 0</inkml:trace>
  <inkml:trace contextRef="#ctx0" brushRef="#br0" timeOffset="114749">18504 13315 21775,'0'-7'4638,"1"1"-3899,-1 6-330,-14-60-196,8 45-174,-10-46-45,12 62-5,-4 14 11,4 9-11,-2 25 11,14 12 8,1-23 1,3 0-582,4 3 0,3 0 547,2 0 1,2 1-40,2 7 1,-2-1 30,-7-16 1,-1-1-37,0 10 0,-6 0-344,-23 16 156,-1-10-109,-6-20 1,-4-5-1126,-17-6-76,-12-9-970,-3-35 1850,22 0 349,16-6 0,6-5 395,8 4 0,4-2-154,2-12 0,3 0 680,3 0 1,2 2 260,2 7 0,0 3 47,6-11 1082,-5 17-267,-10 22-1358,0 1 43,-4 6-334,-3 7 867,-8 9-911,-8 14 16,-6 16-20,11-16 0,1 2-374,-1 5 0,1 1 167,0 3 0,2 1-692,1 1 1,3 1 257,4 2 1,2-3-1,0 6 1,6-11-1</inkml:trace>
  <inkml:trace contextRef="#ctx0" brushRef="#br0" timeOffset="115147">19024 13563 23825,'1'-7'3506,"0"1"-3276,-1 6-62,0 0-140,-54-6-39,38 18 16,-39 1-83,63 26 33,10-8 23,7-5-6,16-13 28,-1-10 28,11-10 14,-21-6 0,-2-2-26,10-12 1,-13 1 0,-1-4 78,4-20-39,-1 0 36,-13 15 1,-3 0 75,-3-4-56,-6-11-62,-16 29-33,-15 13-22,-17 19-1,17 1 0,0 2-220,-22 19 184,16 3 0,2 6-351,13-9 1,4 3 145,-7 16 1,5 4-320,10-7 1,7 0-620,8 0 0,8-2-2439,7-3 1,6-4 3623,2-7 0,1-5 0,14 3 0,-17-18 0</inkml:trace>
  <inkml:trace contextRef="#ctx0" brushRef="#br0" timeOffset="115555">19896 13744 22062,'24'-46'907,"-1"1"0,1-1 1,10-14-1,-17 10-532,-46 14-313,1 19-6,-8 12 0,-2 4-11,-8 8-9,-3 7 1,-1 4-26,16 0 0,0 4-19,1 2 1,-2 5 0,4-1-2,1 7 1,6 1 335,1-1 0,5 0-364,9-2 1,6-1-65,14 10 249,29 7-188,15-24-153,-17-16 0,2-7 210,-1-8 0,-2-5-3,-6 1 0,-2-2 36,8-12 0,-3-5 14,-6 0 1,-2-5-310,7-11 1,-2-5 296,-10 13 0,-2-2 1,0-3-624,3-11 1,0-5-1,-2 4 610,2-4 0,-2-1 21,-2 7 0,0-3 0,-1 6 16,-4 6 0,-2 3-76,2-8 0,-3 2 366,2-7-366,-10 17 817,-4 32-817,-6 16 0,-10 23 0,-2 9 0,-2 7 301,0 3 0,-1 4-301,2-5 0,1 4 0,0-4 0,0 7 0,1-1-21,4-7 0,0 2 0,2-2-278,4-9 0,2-3 1,2 4-1607,2 15 1,3 3 0,2-3 1431,4 6 1,3-6 0,1-7 0,2-9-1,5-10 1</inkml:trace>
  <inkml:trace contextRef="#ctx0" brushRef="#br0" timeOffset="116038">22322 13351 23192,'16'-60'672,"0"0"0,-5 17 0,1-1 1,-3 4-304,-1 1 1,-3 2-205,-2-1 0,-5 4-64,-21-1-106,-23 26 13,14 17 0,-1 6-522,-8 10 1,1 7 513,10-3 0,0 4 0,2 2-582,-3 6 0,1 4 0,2 1 582,-1 6 0,2 2 0,2 2-2,6-11 1,2 1 0,0 2-1,1 2-54,2-1 0,1 3 0,0 0 0,1 0 0,1-3-30,-3 12 0,2-4 1,0 4-153,1 1 0,0 4 0,1 0 0,0-6-345,0-4 1,2-4-1,-2 1-213,1-6 1,0 1 0,-1 0 0,-2 0 795,-5 12 0,-1 0 0,1-7 0,2-5 0,1-6 0,-1-8 0,-1 1 0</inkml:trace>
  <inkml:trace contextRef="#ctx0" brushRef="#br0" timeOffset="116482">21369 14879 14675,'3'-49'943,"-1"0"1,1 0 0,-1 0 0,4-14 0,0 0 0,4 2-549,1 7 1,2 2 0,3 1-1620,2 4 1,2 1 0,3 1 1281,1 5 0,2 2 0,3 2-43,1 2 0,3 3 0,2 1-38,1 1 0,3 2 0,1 1 2,12-5 0,4 2 1,-3 2 17,2-3 0,2 2 1,-6 4 0,5-1 1,-6 3 23,-2 1 1,-2 2 44,9-4 0,-1 1 300,-8 3 1,-4 1-88,-8 3 0,-3 2 472,9-7-86,-20 10 1673,-15 7-2171,-16 12-10,-17 12-18,-20 15-87,14-7 0,1 2 320,9-8 0,2 0-367,-4 11 0,6 1 5,13 9-11,21 15 11,3-23 632,19-4-509,19-18 85,-4-9-219,-14-6 1,0-4 340,22-16-56,-27-4 1,-4-5-110,-5 2 1,-3-2-104,-1-1 0,-4-1 36,-6-2 0,-5 1 70,-6-19-44,-13-10-71,-9 29 1,-5 3-60,-7-4 278,7 15 1,1 5-284,-2 6-96,6 4-139,-1 5-388,5 23-82,11 0-2547,5 13 1,4 3 3251,9 8 0,-2 7 0,1-33 0</inkml:trace>
  <inkml:trace contextRef="#ctx0" brushRef="#br0" timeOffset="116790">23088 13560 23562,'0'-9'3265,"0"2"-2638,0 7-419,3-61-388,0 48 68,10-38 118,-2 63 0,18 25-6,-8-7 0,0 3-23,-1 3 1,-2 2-752,2 9 0,-4-1 751,-2 15-195,-19-26 1,-3-3 267,-5-7 23,-13 6 554,-4-33-453,17-4 190,-2-36-268,34-5-96,4-10 0,8 16 0,7 2 0,-10 14 0,2 2 427,13-10 1,1 3-625,-8 12 1,0 5-555,-1 4 1,-1 2-1507,19 3 2257,-2 9 0,-32-2 0,-3 3 0</inkml:trace>
  <inkml:trace contextRef="#ctx0" brushRef="#br0" timeOffset="121331">25776 13581 24183,'15'-41'444,"0"0"0,0 0 0,6-10 0,-7 7-20,-13 15-251,-5 15 167,-21-4-323,-11 11 19,-4 12 1,-3 5-26,-17 9-867,11 5 0,1 6 856,17-4 0,3 1-6,-7 8 1,2 3 2,5-1 0,6 4-62,10 13 1,6 0 30,5 9 20,8-22 0,9-6-36,30-7 66,-7-17 1,4-4 3,0-3 0,2-2-125,-1-2 0,1-6 208,4-16 1,-4-5-1037,0-6 1039,-6-3 1,-2-7 38,-15-4 1,-4-1-110,-1 9 1,-2-3 19,-4-6 0,-2-7 0,-2 6 557,-5 8 0,-2 1-577,2-10 1,-5 3 131,-19-6-118,-13 30-28,1 14 1,-4 5-29,3 7 1,-1 4-6,-7 6 0,1 6-73,5 13 0,5 6-56,8-3 0,5 3-194,2 10 1,7 3-454,12-5 1,9 1-1625,6 1 0,7 0-1866,10 0 1,4-3 4276,0-6 0,0-4 0,-10-12 0,-3-4 0,6 1 0</inkml:trace>
  <inkml:trace contextRef="#ctx0" brushRef="#br0" timeOffset="121763">26383 13718 20810,'25'-35'1252,"0"-1"0,0 1 0,8-11 0,-8 9-569,-17 21-280,-5 9-364,-3 8 39,-12 20-44,-6 15-17,-5 9-6,1 2 0,0 0-446,0 8 448,5-12 0,-3 7 0,3-6-381,5-12 0,0 0 357,-6 13 0,-3 6 0,2-6 13,3-9 1,1-2 0,-4 8 0,1-2 47,-2 0 29,13-27 22,3-11 392,10-23-482,1-9 1,2-5-10,3-3 1,2-3-135,4-18 0,0-1 132,-3 15 0,0-1 0,-2 4 0,1-1 0,-1 1 17,4-13 0,1 0-1,-1 3 1,1-3 0,0 3-8,-3 9 1,0 2-1,1 1-4,4-15 1,2 3-6,2 10 0,2 7-439,11-1 434,8-3-1,-12 26-55,18 21 44,-19 12 11,14 8-14,-32 8 1,-9 4 19,-8-7 0,-4 0-423,-7 19 0,-5-2 420,-1-15 1,-6-3-43,-8-2 0,-7 0 0,3-4-11,6-6 0,0-2-135,-6 3 1,-4 1 0,2-4-2443,3-6 1,2-3 2632,-26 8 0,19-10 0,31-7 0</inkml:trace>
  <inkml:trace contextRef="#ctx0" brushRef="#br0" timeOffset="122480">27038 13690 27242,'30'-42'25,"1"0"1,-1 0 0,0 0 0,-2 0-1,-2 2-11,2-9 0,-3 0-1511,1-4 0,-2-2 1553,-1-2 0,-1 3-6,-6 11 0,-2 2 544,0-6 1,-2 3-299,-5 5-206,0-5 478,-9 32-590,-4 13 5,-11 16 17,-14 23-3,10-7 1,-2 4 252,-3 11 1,1 4-266,6-12 0,1 1 0,2 2-579,-1 3 0,1 1 0,2-1 490,-3 9 1,2 3-289,4-4 0,2 4 0,2-5-551,2 0 0,2-2 653,0-5 1,-1 2-1,2-5-1216,0 1 0,1-6 1372,-2 5 580,-1-17-626,-2-31 1334,1-4-784,-8-32 78,8-1-193,0 9 0,2-2 1017,2-25-707,3 2-307,-1 19 3705,1-5-3828,-1 20-180,6-9-123,11 11 28,4 6-171,12 5 0,5 2 70,-5 2 1,2 2-279,18-4 0,2 0 398,-7 1 1,-2 0 86,0-1 1,-4 0 38,-10 1 1,-3 0 99,4-4 1,-4-1 247,-2 0 157,3-4 33,-23 9 6,-7 1-286,-1 3 381,-2-1-302,0 2 515,-1 1-745,1 1-80,-2 3-32,-5 6-18,-6 9-21,-5 15-62,-1 15-230,3 11-409,11-25 0,1 1-291,0 1 0,1-1-979,-2 19 1212,1 5 1,4-38 0,-1 5 0</inkml:trace>
  <inkml:trace contextRef="#ctx0" brushRef="#br0" timeOffset="122664">27977 13127 26060,'-4'-44'242,"0"1"1,-1 4 0,2 11-719,1 22-28,0 11-202,-2 15-1529,-2 19 2235,3-6 0,-1-1 0,0 6 0,0 1 0</inkml:trace>
  <inkml:trace contextRef="#ctx0" brushRef="#br0" timeOffset="123422">28255 13445 26118,'46'-38'-56,"-10"19"778,-37 62-745,-8 10 1,-7 7-3803,-11-3 3808,-5-9 919,3-12-846,8-16 359,10-11-298,10-10-50,7-12-16,10-11 10,13-15-30,-9 15 0,2 0 1497,4-3 0,2 1-1497,3 0 0,1 1-1643,0 2 1,0 2 1622,-3 4 0,-1 2 0,19-5-22,-12 10-6,-3 12-5,-13 4-12,3 13 18,-10 6 227,-2 10-205,-4 5 3403,-3 0-3432,-2-2 18,2-7 5,-1-9 11,3-10 0,-2-7 23,4-4-6,3-9-28,8-5 33,8-10-27,7-5-40,3-1 34,5 1-5,1 6 10,-2 7-10,-6 8-29,0 14 34,-15 0-6,13 23 6,-19-13 0,12 17-16,-7-12 27,4 1-6,0-7 18,-1-9 66,-3-8 7,1-11 27,-1-10 73,2-18-150,-7 9-46,3-16 0,-6 19 0,2-3 0,-5 13 0,-2 8 0,-4 9 0,0 4 0,-1 8 0,1 15 0,0 15 0,1 14-667,0-18 0,0 0-520,0 14 1187,2-14 0,-1-5 0,-1-13 0,3 7 0</inkml:trace>
  <inkml:trace contextRef="#ctx0" brushRef="#br0" timeOffset="123602">29659 13127 26754,'-8'-38'-448,"0"1"0,-5-21-835,15 69-4542,8 13 4762,1 8 0,0-7 0,-4-8 1</inkml:trace>
  <inkml:trace contextRef="#ctx0" brushRef="#br0" timeOffset="124047">30074 13428 24547,'0'-7'2185,"0"2"-1703,0 5 27,-22-70-346,5 48-130,1-16 1,-1 4-34,-3 31-11,6 6 11,3 14 11,6 13-23,5 2 1,3 4 11,3-2 0,1 2-530,5 10 1,1-1 526,-2-14 1,2-1-18,3 6 1,0-2-60,7 18 12,-10-18 0,-4 0-23,-12 19 62,-5-15-11,-17-17-174,3-16-554,-6-16 392,6-2-258,5-12 0,4-6-67,3-26 120,3 12 1,2-1 542,5 12 1,3 1 72,2-9 1,3 1 1352,9-17-846,-5 25 0,-1 1 264,5-5-656,-5 14-134,-8 18 67,-2 8 913,-6 10-874,-6 14-56,-13 17-84,7-16 1,-2 1-516,-15 22-326,9-15 1,-1-1 857,-10 14 0,5-8 0,14-17 0</inkml:trace>
  <inkml:trace contextRef="#ctx0" brushRef="#br0" timeOffset="124706">30462 13506 26581,'-20'-46'166,"1"-1"0,11-5 0,12 9-149,25 22-23,22-11-2844,-13 22 1,1 4 2851,-4 2 1,2 1 0,15 0 0,1 5 484,-6 6 1,-4 5-508,-11 1 0,-3 2-2,18 19 868,-39 22-858,-32-11 15,0-12 0,-3-1-215,1-11 0,-3-2 226,-11 4 0,-2-3 11,9-5 0,-1-2 14,-11 5 1,2-1-12,-15 6 3024,13-6-3019,32-13-21,10-3 549,19 0-527,16-1-29,-2 0 1,4 0-296,9-1 0,2-1 290,8 0 0,0-1 0,-9 0 0,1 0-40,-1-2 1,2 0 0,-2-1-205,2 0 1,-1 0-215,-2-1 1,2 1-1,-2-1-1222,8-2 0,-3 1-970,-10 1 1,-3 0 2649,2 0 0,-6 0 0,-7 1 0,-2 1 0</inkml:trace>
  <inkml:trace contextRef="#ctx0" brushRef="#br0" timeOffset="125349">31970 13363 19468,'0'-4'5219,"0"0"-4076,0 4-751,-83-50-1795,33 36 1436,12-2 1,-5-3 0,3 7-6,6 14 0,2 6-6,-20 5 125,17 4 1,2 4-182,-4 10 28,13-8 1,2 2-12,4 16 314,13-1-297,17 1-16,15-4 10,4-11 9,3-14 0,1-4 25,3-2 480,2-7 1,1-4-246,-2-12 23,13-16 51,-25 5 89,3-20-141,-13 15-33,4-9-44,-13 19-151,-4 10-57,-4 8-24,-1 4-15,-2 2-6,-8 13 56,-2 6-27,-5 15 10,6 5-11,6 3-67,15 1 11,11-5 29,5-11-46,25-6 40,-13-16 38,20-10 35,-9-15-518,0-18 523,-23 11 0,-2-2-14,1-8 0,-2-3-31,1-7 0,-2-3-517,0-6 1,-3-3 542,-7 17 0,0-1 1,-2 0-5,-2 0 1,-1 0 0,-1 0 27,1-17 1,-4 2-55,-3 8 0,-3 4 63,1 10 0,-2 5-9,-4-4-10,2 18-68,3 18 437,-5 16-398,-4 26 12,2 6-48,5-12 1,1 7 0,1-2 49,0 10 1,3 2-24,0-3 0,0 4 0,2-1-26,0-9 0,1-1 0,1 0-102,1 18 0,0-2-182,0-5 1,-2-3-649,-1-7 1,-2-2-1182,-1-5 0,-1-3 2154,-4 16 0,2-22 0,3-16 0</inkml:trace>
  <inkml:trace contextRef="#ctx0" brushRef="#br0" timeOffset="125713">32109 13510 23911,'-15'-53'408,"0"-1"1,2 5 0,11 9-509,26 17-180,25 9 58,-15 10 1,2 3-721,7 3 1,1 2 745,2 1 0,0 1 101,-2 1 0,-2 1 89,-6-2 1,-1-1 656,16 1-365,-20-10 378,-15-7-166,-10-9 150,-3-6 119,-4-1 798,0 0-932,1 3-146,-1 5-151,1 4-163,0 7-128,0 4-73,-1 3-11,-1 8 28,-2 10-6,-1 18-73,1 17-19,3-20 0,2 1-79,1 2 1,2 1-267,0 0 1,3-1-679,0-2 1,2-2 1131,11 22 0,-9-24 0,0-11 0</inkml:trace>
  <inkml:trace contextRef="#ctx0" brushRef="#br0" timeOffset="125890">32749 12938 22285,'2'44'-2458,"-8"-21"0,31 14 1,-19-31-1</inkml:trace>
  <inkml:trace contextRef="#ctx0" brushRef="#br0" timeOffset="126249">33093 13230 25450,'-52'-10'233,"0"0"0,3 2 1,6 8-212,-3 26-11,13 10-39,15 5-28,16 6-50,17 2-329,14-1 396,12-7 50,3-11 184,-4-13-39,-7-13 276,-3-19-270,-12 2 107,0-23 5,-13-13-201,-1 7 5,-3 8 1,-1-1 27,-4-12-16,-3-9-51,-8 8-145,-5 10-1,3 17-162,-6 7-1030,3 20-1519,-4 11-5757,2 12 7727,8 3 0,7-11 0,5-9 0</inkml:trace>
  <inkml:trace contextRef="#ctx0" brushRef="#br0" timeOffset="126573">33210 13336 22834,'4'-2'4172,"-1"0"-3298,-3 2-896,24-30-34,-19 26 39,20-15 17,-22 44-23,2 14 7,2 9-35,-1 3-27,-1-5 61,-3-14-39,-4-6 185,0-16-68,-1-2 51,5-11 0,10-10-33,13-10-6,17-9-26,-15 15 1,1 1-9,21-8 3,-7 11 0,-1 4-48,-4 4-28,-3 4 1,-1 4-258,-8 12-2167,6 21-108,-12-7 2566,-2 13 0,-14-28 0,1 0 0</inkml:trace>
  <inkml:trace contextRef="#ctx0" brushRef="#br0" timeOffset="129724">2904 15637 17132,'0'-4'6654,"0"0"-5551,15-56-341,-7 35-631,1-9 1,-1 3 59,-4 20-46,-3 8-72,-1 13 90,0 17-1,-5 24-120,1-16 0,-1 1-271,-3 5 0,-1-1 136,0 1 1,1-1-435,1 0 1,2-3-818,2 18 1344,19 5 0,-8-40 0,7 5 0</inkml:trace>
  <inkml:trace contextRef="#ctx0" brushRef="#br0" timeOffset="130082">3244 15291 23203,'-35'-38'676,"0"-1"0,0 3 0,3 14-576,4 37-37,-6 14-30,2 18-30,19-13 0,3 1 8,0 26 0,10-5 23,18-16-6,7-19 39,11-3 185,12-19-129,-14-6 180,11-20 94,-23-2-5,1-9-84,-12-1 39,-19-14-307,-1 23-18,-10-8 12,5 25-79,1 3-62,-1 4-335,-6 27 22,8-3-1423,-6 33-3993,15-6 5836,5 6 0,2-19 0,3-14 0</inkml:trace>
  <inkml:trace contextRef="#ctx0" brushRef="#br0" timeOffset="130415">3855 15991 24900,'28'-56'790,"0"0"0,-3 1 0,-4 5-611,-8 2-806,-7 11 0,-2-2 694,-1-2 0,-2-4-37,0-5 0,0-6 0,-1 1-15,1 3 0,-1 1 0,0 0-780,0 0 1,-1 0 0,0 1 828,-1-15 1,0 7 41,-2 0 336,-2 23 0,0 5-442,1 12-23,-7 17 34,3 27 1,2 14-12,-3 6 0,-1 4-618,-1 7 1,-1 3 617,2-9 0,-1 2 0,0 2-11,1-10 1,0 2 0,1 0 0,-1 0-42,0 1 0,1 0 1,0 0-1,0 2-93,0 6 1,1 1 0,0-1 0,2-4-6,1-6 1,1-3 0,4 0-206,4 4 1,4 0-1,6-3-740,15 10 0,8-5 95,1-3 1,4-5-1194,10-6 0,1-9 2055,-14-16 1,-4-6-1,0 0 1,-23-5 0</inkml:trace>
  <inkml:trace contextRef="#ctx0" brushRef="#br0" timeOffset="130590">3854 15766 21131,'-49'-13'1773,"1"0"1,7 2 0,8 1-1460,15 1-275,14 3-95,34-12-157,20-3-2077,-4 3 0,3 0 2010,-8 4 1,3 0-2136,8-2 1,6-1 0,-5 1 2164,-3 1 0,-2 1 0,10-3 0,-6 1 1,-10 4-1</inkml:trace>
  <inkml:trace contextRef="#ctx0" brushRef="#br0" timeOffset="131889">6324 15799 27432,'-2'-48'112,"0"15"-90,-2 48-5,2 6-22,0 4-7,8-1 18,9-3 0,12-5 10,11-8 7,8-7 5,4-13-3342,6-17 3348,-21 3 16,2-21 56,-26 8 29,-2-17 21,-12-7-52,-2 25 0,0-1 58,-7-22-116,1 10-46,6 23 0,3 17 0,0 3 0,2 6 3367,8 6-3380,11 9-3,15 8 4,10 7 24,7 0-7,1-6 3,-18-13 1,-1-2-2,14-1 69,5-7-76,-4-20 0,-19 5 0,0-5 0,-1-1 0,-5-6 0,6-9 0,-17 12 0,-6 8 0,-3 7 0,-2 5 0,-1 3 0,0 9 0,0 16 0,3 9-298,7 28-458,6-6 73,2-2-1541,10 2-1087,0-16 1051,-4-15 1,1-3 1620,9 4 656,14-11 1316,-19-20 930,3-6 39,-5-9 179,-6-13-1383,-7 6-258,-3-3-291,-7 13-336,-2 9-174,-2 6-50,1 2-79,3 2 113,7 0-12,11-3-22,1 0 27,16-7-4,-6-2 4,13-10-10,-17 6 44,2-13-5,-22 15 78,2-14 62,-11 9 90,-6-4-7,-12 2-172,-6 9-52,-2 4 35,-8 8-40,2 7-56,-15 11 28,8 7-27,5 2-57,10 19-6,16-19-184,4 30-689,29-8-504,12 1 910,-16-27 0,5-3-3210,19-3 1,2-5 3755,14-3 0,-25-3 0,-3-2 0,-5-4 0</inkml:trace>
  <inkml:trace contextRef="#ctx0" brushRef="#br0" timeOffset="132573">8290 15527 17944,'6'-5'5035,"-1"1"-2744,-5 4-1339,32-69-593,-26 49-77,4-19 1,-9 4-215,-22 31 83,-40 13-53,18 9 0,0 4-516,7-5 1,-1 3 428,-3 6 0,-2 6 1,5-3-24,9-1 1,3 0 0,-10 12 0,5 0-11,6 6 156,18 0-196,24-21 25,11-15 1,5-4 3,20-5 16,-14-10 0,6-4 0,-5-3-752,-1-4 1,-2-2 769,-1 0 1,2-2 0,-4 1 4,-3-1 0,-2-2 61,7-18 0,-3-3 6,-13 10 0,-1-1-40,5-7 1,-2-3 58,-3-2 1,-2-1-146,0-3 0,-2 0 157,0 2 0,-1 0 33,0-1 0,-2 6-74,-4 0-63,-5 18 0,-4 21 0,-3 4 0,-7 16 0,-23 40 0,7-7 63,7-7 1,-1 7 0,2-2-64,2 5 0,1 0-16,2-2 1,0 3 0,2-2-89,1 13 1,5-2-15,7-6 1,5-4 52,-1-12 1,5-4-71,13-4 1,7-7 226,11-11 0,4-7-142,1-1 0,0-4 41,1-1 1,-1-6 38,2-12 1,-5-3 20,-1-3 47,-2-6 0,-3-1-14,-12 6 134,13-20-5,-26 30-62,-3 3-84,-8 11 1320,-11 14-1376,-9 14 559,-9 18-559,0 9-17,16-21 1,2 0-1,-2 9-10,16 3 4,19-25 24,13-5-7,3-15 1,2-6 16,7-3 3,-10-4 1,-2-4 108,2-20-99,-5-4-35,-7 1 0,-15 3 0,-7 16 0,-2-6-113,-3 13-951,0 6 106,0 9-8873,12 11 8833,-5-5 0,5 6 0,-8-7 0</inkml:trace>
  <inkml:trace contextRef="#ctx0" brushRef="#br0" timeOffset="132806">10058 15369 28395,'-19'-37'92,"0"-1"0,-4 5 0,-3 12-92,-4 24 0,-3 10-690,-5 0 0,0 3 690,-2 4 0,1 3 0,1 2 0,3 1-15,8-5 1,3 2-104,2 6 1,4 1 11,4 22-1306,14-13 1,6 1-2966,6-9 0,5-1 3814,4 1 0,2-5 0,7-3 0,-11-12 0</inkml:trace>
  <inkml:trace contextRef="#ctx0" brushRef="#br0" timeOffset="133622">10204 15645 26071,'38'-43'821,"0"1"1,-2 3-1,-13 11-685,-22 23-136,-4 4 0,-4 4 0,-5 9 0,0 2 0,2 8-18,6-4 12,6-4 6,10-1 11,21-5 2,9-3-13,17-9-528,-3-5 528,-13-4 0,3-7 0,-16-8 0,-4-2 0,-8-5 0,-14 11 0,-7 9 0,-9 2 528,-25 9-528,-19 13-279,4 2 279,18 5 0,3 4 0,-9 20 0,16-13 0,1 0 0,-10 19 0,16-12 0,4-1 0,4 0 0,11 2 0,7-2 0,25-1 0,11 4-85,-1-24 1,4-8 11,-12-3 0,0-3-197,16-1 1,0-4 272,-11-3 0,-3-4-1,-1-3 1,-2-1 312,17-13-270,-17 0 0,-1-3 8,-11 6 0,-2-2-322,11-15 0,-1-1 269,-9 6 0,-2 0 0,-2 3 0,-3 1 0,6-21 0,-12 17 0,-10 14 497,-3 11-497,-2 8 0,0 3 0,4 3 652,1 1-861,0 3-1084,2 6-1469,1 8 2762,5 8 0,-3-9 0,2-2 0</inkml:trace>
  <inkml:trace contextRef="#ctx0" brushRef="#br0" timeOffset="134647">11096 15465 7744,'2'-4'9830,"0"1"-4486,-2 3-4347,4-63-129,-3 41-496,1-15 1,0 4 254,-2 22-341,-2 4 89,-1 2-101,-7 3-212,-2 2-51,-5 8 28,2 8-16,3 1 16,2 26-5,7-2-29,4-8 1,3 1-231,3-1 0,2-1 227,4 2 1,2-1 3,12 20 2,-5-18 1,2 0-60,4 11 45,-9-14 1,-3 0-1,-2 13-117,-18-5-1148,-13-9 1271,-18-7 0,14-12 0,-1-7 0</inkml:trace>
  <inkml:trace contextRef="#ctx0" brushRef="#br0" timeOffset="135131">12966 15491 24010,'6'-60'631,"-1"-1"1,0 0 0,-1 6 0,0 0 0,-1 1-449,-1 3 0,0 0 0,-2 3-356,-1-8 0,-2 6 318,0 13 1,-1 5 225,-5-3-443,3 21 114,1 26-42,1 28-11,0 0 0,0 6-665,0-4 1,1 4 0,-1-1 669,1-4 0,0 0 1,-1 4-5,-1 9 0,-1 6 0,0 1 1,0-4-47,0 0 0,0-3 0,1 3-518,-1 1 1,-1 5 0,1-1-1,1-3 130,1 2 0,0-2 0,2-3-266,3-5 0,1-1 1,3-3-1159,4 13 0,5-5-2361,2-14 0,2-5 4229,13 7 0,-12-23 0,-11-16 0</inkml:trace>
  <inkml:trace contextRef="#ctx0" brushRef="#br0" timeOffset="135763">12835 15924 18902,'-32'-44'1426,"0"0"0,1 0 1,6 5-1136,13 5-196,4-9-78,20-8-14,2 23 0,4-1-353,10-4 1,4-1 357,10-3 0,2-1-225,-10 11 1,1 0-1,3-1 267,9-7 1,3 0-1,-3 2-14,2-2 1,1 1 106,-2 2 1,5-1 0,-10 6 64,7-2-46,-11 8 0,-4 3 1,-18 11-107,-2 1 56,-12 14 95,-3 11 501,0 19-428,-5 16-132,0-22 1,-3 3 10,-5 14 1,-3 0-152,4-14 0,0 0 20,-8 18 0,1 2-14,6-11 0,2-3-12,1-5 1,1-1-11,0 8 0,4-4-15,10-2 1,7 1 11,10-14 55,8-12 24,18-24-29,-13 0 3,-7-5 0,0-3 42,11-12-26,-9 6 1,0 0-23,-5 5 1,-1 0-14,20-16 5,-13 13-28,-12 14 962,3 2-968,-1 11 12,3 7-62,15 11 56,-10-6-6,16 4 6,-13-13 28,5-2 67,1-13 62,-12-6-56,-4-6 129,-8-10 72,-3 3 51,2-6-27,-3 6-326,-4 13 0,-3 6 0,-2 9 0,-1 6 0,-1 9 0,-2 18 0,-1 30 0,1-15-149,2-9 0,3 0-2069,13 14-2216,-1-19 1,3 0 4433,3-5 0,0-3 0,9 8 0,-9-17 0</inkml:trace>
  <inkml:trace contextRef="#ctx0" brushRef="#br0" timeOffset="136174">15918 15400 22423,'6'-48'737,"-1"0"1,0 0-1,1 0 1,-1-9-1,1 1 1,-1 8-584,-1 9 0,0 4 742,-1-20-716,-3 34-180,-1 5 93,-5 31-93,1 6-6,-5 25 0,0 5-2,4-19 0,1 1-665,-3 12 1,-1 6 0,2-2 630,-1 7 0,2 0-48,0-9 1,1 3-1,0 1-369,1 9 0,0 2 0,2-2-311,-1-6 1,2-2 0,-1-1-98,1-1 1,1-1 0,-1-2-2333,2 6 1,0-5 2693,1-8 1,0-7-1,0-8 1,-1-7-1</inkml:trace>
  <inkml:trace contextRef="#ctx0" brushRef="#br0" timeOffset="136506">15825 16202 18397,'-20'-46'967,"0"1"1,0 0 0,-3-7 0,-1-1 0,4 8-568,7 13 1,1 3-42,-3-6 0,2 0-84,2-17-230,15 20 68,14-4-178,8 19 0,5 3-27,1 2 0,2 3 63,12-1 0,0 2 12,-14 4 1,0 0 114,4 2 0,1-1-96,-5 0 1,0-1 64,27-5 51,-3-5 100,-25-3-66,-10 1 621,0-8-73,-10 9-112,3-4-146,-9 7-139,-1 6-197,-3 2-55,0 3-102,-3 12 62,0 12-5,-4 19-34,1-1-129,2-4 0,0-2-100,1 3-351,0-3 1,3 0-6417,13 13 7024,-2-8 0,3-9 0,-7-23 0</inkml:trace>
  <inkml:trace contextRef="#ctx0" brushRef="#br0" timeOffset="136665">16532 15615 21788,'0'-51'1111,"0"0"1,0 0 0,-1-11 0,-2 5-874,-1 18 0,-2 6 48,-10-6-111,3 17-248,0 7-800,6 16-3204,3 16-5714,2 2 8951,2 9 1,0-17 0,0-4-1</inkml:trace>
  <inkml:trace contextRef="#ctx0" brushRef="#br0" timeOffset="137432">16871 15522 27673,'-8'-46'253,"0"1"1,1 4 0,1 11-354,4 24-18,-2 14 107,2 4 39,-7 44-67,-2 0 36,2-14 0,-1 1-153,2-7 1,-1-2 171,-8 24 12,6-18-50,2-9 33,7-21 56,1-4-61,5-12 44,14-26-55,6-6 30,-4 6 0,1-3 6,1 0 0,0-1-870,3-2 1,-1 2 852,-5 5 0,1 2 5,9-7 1,0 3 264,10-2-287,-12 14 1,0 2-38,5 5 7,10 15 10,-22 8 1,18 30 39,-24 2-28,3 12 16,-14-18 1,-4 0-12,-5 10 1,-6 17-1,-2-28 0,2-12 62,6-11 1755,3-9-1766,3-5 29,7-17-74,4-5 0,12-17 0,8 0 0,-3 6 0,-5 12 0,3 0 0,8-1 0,15-6 0,-13 20 0,-3 11 0,0 12 0,-2 12 0,-6 2 0,-7 4 0,-1 1 0,3 3 0,6 16 0,-6-26 0,-2-12 0,9-3 0,4-13 0,3-11 0,2-14 0,-1-11 0,-4-13 0,-10 8 0,-10 12 0,-2-1 0,1-4 0,0-8 0,-6 27 0,-4 11 0,0 6 0,0 21 0,-1 5 0,1 26 0,2 10-497,1-24 0,3 1-1464,3 3 1,3-1 1326,1-4 1,1-2 0,6 7 0,-6-18-1</inkml:trace>
  <inkml:trace contextRef="#ctx0" brushRef="#br0" timeOffset="138290">20107 15304 22464,'-2'-46'976,"1"0"0,-1 1 0,-3-16 0,-3 5-735,-2 16 0,-5 5-62,-22-12-140,-13 23-22,5 17-9,0 20 1,0 8-1118,12 1 0,1 5 1090,1 0 0,-1 3 1,3 2-16,-3 17 1,7 1 16,5-8 0,4 1-99,8 1 0,2 3 1,5-3-196,7 0 0,5 0-67,0-3 1,2 1 0,5-4-541,16 2 0,8-7-404,6-5 0,4-7 137,5-5 0,2-6 804,2-7 1,0-6 727,-1-5 0,-1-6 488,-4-5 0,-3-5 243,-4-4 0,-5-1-569,-11 5 1,-3-3 742,3-13 1,-3-1-429,-1-14-488,-10 17 0,-2 1 296,-4-10 247,-6 16-733,-8 15-163,-4 13 0,-10 15 1166,-13 13-1133,-11 16-5,18-15 1,0 0 328,-11 17-393,16-6 0,4-1 8,3-6-28,10 27 12,20-42 38,18-1 46,12-16 27,9-14 6,-30 2 0,-1-4-97,-2-3 1,-2-3 130,-3-3 0,-3-2 16,-3-2 0,-4-2 6,-3 0 0,-2 0-11,-3 1 0,-2 1 18,-9-23-119,-7 12 0,-9 16 0,-6 12 0,-4 13 0,-4 14 0,-3 17-231,2 18-10,21-19 0,3 3-732,2 1 1,5 3 25,5 0 0,5-1-487,7-1 1,6-3-1701,6-3 0,7-4 3134,10-5 0,2-5 0,5 1 0,1-9 0</inkml:trace>
  <inkml:trace contextRef="#ctx0" brushRef="#br0" timeOffset="138816">20955 15525 15079,'32'-51'1081,"-1"0"0,-2 5 0,-4 4 2150,-6-1-2699,-8 14 1168,-5 12-1649,-5 11 797,-5 12-837,-8 20-11,2-2-17,-12 28-5,7-9 1712,4-9 1,0 3-1711,2-4 1,1-1 19,-4 20 0,5-18 72,7-24 74,0-6-129,5-16 11,4-13-17,2-9 50,8-9 1,2 0-327,1 1 296,3-3 0,3 1 19,5 7-22,10-2-28,-1 16-17,1 14 6,0 17-39,4 24 39,-19-2-17,2 25 22,-25-5 6,-3-8 11,-9 4 23,-11-16-6,5-10 298,-1-2-201,8-19-125,10-14 0,9-27 0,0 9 0,14-24 0,-4 20 0,7-6 0,-6 13 0,1 5 0,2 13 0,2 3 0,0 8 0,4 11 0,-6 12 0,3 11-1060,-6 24 175,-11-17-1173,-8-8 0,-2-1 2058,-3 0 0,0-2 0,0-16 0</inkml:trace>
  <inkml:trace contextRef="#ctx0" brushRef="#br0" timeOffset="139263">21935 15534 21775,'2'-5'5427,"0"1"-4396,-2 4-1003,30-18 84,-24 54-84,20-28 22,-32 35 1,-11 9-35,-1-7-303,-3-1 0,-2 2 248,6-14 0,0 0-43,-9 16 1,0 1 30,6-10 1,1-3 5,0 2 1,2-5 44,2-3 17,9-18 5,8-17 51,13-29 11,5-16-37,-3 9 1,2-4-225,1-4 1,1-2 189,-4 11 0,-1-1 0,1 2 6,3-11 1,1-2-22,0-1 0,2-5 1,-2 7-91,-4 10 0,1-1 114,6-13 1,5-7-1,-2 8-654,-2 11 0,0 4 635,5-10 0,1 4-6,-3 13 0,0 8-19,18-1-17,-5 14 339,-7 30-345,-20 33-1100,-11-12 0,-3 3 1148,-1-5 0,-3 2-7,-6 3 0,-4 3 1,-3-3 91,-6 2 1,-4-2-82,1-3 1,-2 2-1,0-5 10,-3-4 0,-3-3-1066,-12 5 1,0-6 908,1-3-476,6-7 1,3-6-1385,11-12-1113,1-13 3113,20-8 0,5 5 0,1 4 0</inkml:trace>
  <inkml:trace contextRef="#ctx0" brushRef="#br0" timeOffset="140023">22647 15493 12813,'0'3'8760,"0"0"-2526,0-3-5971,7 8-218,6-22-11,13-4-6,9-31-9,-15 19 1,0-3-1702,1-7 0,-1-2 1696,-4 8 0,-1-4 6,-1-6 1,0-5 0,-1 3-393,-2-7 1,-1 0 389,0 4 1,-1-4 0,-1 2 23,-2-5 0,-2 3 8,-2 8 1,0 4 40,-3-18-91,-1 26 0,-1 19 0,-2 10 2975,-1 15-2997,-3 5 19,-7 22 0,-2 7 6,7-17 0,-1 3-589,-3 9 1,-3 9 0,-1 1 0,3-6 560,-1 3 0,0 2-75,-1 4 1,-2 9 0,0 2-1,3-7-509,5-11 0,3-3 0,0 2 241,-4 15 0,1 3 0,6-4-677,8-2 1,8-6 341,5-11 0,6-7-128,4-10 1,4-7 242,4-8 0,0-4 263,22-10 526,-11-10 1,0-6 288,-13 1 0,-1-3 137,14-12 1,-1-3-6,-9 2 0,-2-2 822,-2 2 0,-2 1-1173,-7 9 1,-1 1 2154,17-23-2068,-25 32 1419,3-6-1598,-14 19 267,0 1-565,-1 3 976,0 4-846,5 4 130,7 7-141,14 2-17,10-2 6,4-6 33,-1-7 1,-7-13-6,-11-2 50,1-28 0,-12 6-60,1-15-7,-13 15 0,-5 11 0,-8 10 0,-2 8 0,-14 8 0,-15 18 0,-5 10-163,20-6 0,2 4 163,6 0 0,3 2 0,-7 20 0,16-16 0,5 2-222,7 3 1,7 1-275,3-1 0,5 0-524,9 4 1,7-5-1291,5-13 0,5-7 1756,8-4 0,-1-5 0,7 1 0,-5-10 0</inkml:trace>
  <inkml:trace contextRef="#ctx0" brushRef="#br0" timeOffset="140365">24004 15465 21230,'30'-37'1127,"1"1"0,0-1 0,9-11 0,-6 7-247,-8 8 119,-13 17-797,-10 10-19,-6 5-233,-4 3 101,-10 8-57,-9 9 17,-10 11-16,-9 8-1,7-4-293,3-5 1,-1 0 219,9-7 1,-1-1 25,-11 8 0,1-2 25,-13 7 90,22-17 22,19-16-45,19-14-28,11-13-11,4 1 47,3 3 1,2 0 53,17-5-68,-14 8 1,2 2 737,13-1-782,-9 8-34,-9 13 17,-11 5-73,4 32-33,-7 0-3,-3-10 0,0 1-491,15 21-660,-5-24 0,1-3-515,11 9 1803,-4-14 0,-2-4 0,-11-7 0,7 1 0</inkml:trace>
  <inkml:trace contextRef="#ctx0" brushRef="#br0" timeOffset="140890">24688 15385 27006,'37'-39'300,"0"-1"1,0 1 0,-15 16-413,-22 23 89,-2 7 46,-4 8 10,-3 12-72,-3 13-213,1 10-666,4 10-5706,3 1 6624,3-10 0,2-20 0,-1-17 0</inkml:trace>
  <inkml:trace contextRef="#ctx0" brushRef="#br0" timeOffset="141072">25032 14920 22727,'-27'37'-3277,"3"-19"0,28 3 0</inkml:trace>
  <inkml:trace contextRef="#ctx0" brushRef="#br0" timeOffset="141405">25162 15649 21948,'5'5'4062,"-2"-2"-3379,-3-3-538,63-66 74,-25 20-1287,-10 13 0,5-5 0,-4 1 1132,-3-2 1,-3-1-4,1-5 1,-1-3 41,1-5 0,-1-2-51,-6 7 0,0-2 1,-1 2 42,3-12 0,-1 1 48,-7 15 1,0 0 0,-2 5-82,2-16-34,-8 21 582,-11 34-627,-15 17 0,-6 4 6,1 4 0,-3 4-237,3 2 1,0 3 234,0 4 0,0 5 0,2 0 2,5-4 0,2 0 0,1 3-38,0 8 1,2 2-1,4-2-32,1 1 0,6-2-194,8 12 1,6-1-317,2-15 0,4-2-697,6 9 0,5-1-2672,2-8 0,1-3 3960,-3-10 0,-2-3 0,7 4 0,-15-17 0</inkml:trace>
  <inkml:trace contextRef="#ctx0" brushRef="#br0" timeOffset="141805">25448 15560 18919,'-14'-43'1428,"1"0"0,-1 1 0,-2-9 0,2 4-988,4 8 0,3 4 115,1-1-365,3 17-201,3 10-17,2 6-129,25 6-34,4 5 1,3 2-51,9 1 0,2 2-1395,14 5 0,0 0 1364,-17-4 1,0-2-390,9 2 0,-1-3 63,-14-5 1,-1-2 471,11-2 0,-2-3 747,13-11 338,-12-15-383,-29 3 1250,-5-18-795,-8 14-152,0-12-492,-3 18 548,0-2-620,0 11 2152,0-2-2467,0 9 62,0 3-62,-1 3 0,-2 8 0,-8 23 0,-1 6-310,0 5 1,-2 6 309,4-7 0,-1 1 0,1 1 0,0 0 0,1-1 0,0 2 0,1 5 0,0 1 0,3-4 0,5 5 0,4-5 0,0-13 0,4 0-26,9 4 0,3-3-1497,12 2 1523,-9-12 0,1-2 0,-2-7 0,-5-5 0</inkml:trace>
  <inkml:trace contextRef="#ctx0" brushRef="#br0" timeOffset="142707">25982 15466 22195,'17'-41'965,"0"-1"0,0 1 1,-5 6-367,-7 16 1,-1 0-522,-2 11-5,-2 5-163,0 3-100,0 4 111,-4 14 107,-5 21-11,1-10 0,-1 4-209,-2 5 0,0 2 186,0 1 1,2-1-4,1-2 1,3-2-1,7-3 1,5-2-20,23 22-1640,-5-30 1,6-3 1636,4-2 0,3-4 0,3-3 0,1-4-123,1-3 1,-2-4 186,-1-4 1,-2-4 47,-4-3 0,-3-3 82,20-22 324,-15-5 129,-14 1-65,-10 11 138,-8 5 2631,-6 17-3320,-9 3 440,-18 18-440,-23 17 0,16-5 0,-1 3-172,-7 9 0,0 2 172,9-7 0,-2 5-799,5 0 1,-5 8 0,2 0-1,4-5 799,-2 3 0,0 2-310,2-1 1,-4 7-1,1 1 1,5-3 42,8-4 0,4-1 0,1-4 0,-6 6 0,2-2 0,8-5 0,0 0 0</inkml:trace>
  <inkml:trace contextRef="#ctx0" brushRef="#br0" timeOffset="143499">28606 15456 19719,'12'-46'974,"-1"-1"1,1 1 0,-1 3 0,-2 0-1,-2 2-523,-3-2 0,-2 2-101,-2 7 0,-2 4 434,-4-11-723,-5 26 89,-12 31-173,-11 32 12,11-6 0,-1 5-591,6-9 0,0 3 0,0 0 598,-2 6 1,1 0-1,1 1 0,0 3 0,1 0 1,-1 0-25,1 3 0,0 0 0,0 0-40,-1 4 1,0-1 0,0 1-24,3-13 0,0 1 0,0-1 0,-1 0-60,0 1 0,0-1 0,-1 0 0,-3 0-809,-4 5 0,-2 0 1,-1 0-1,1-5 769,2-1 1,1-4 0,-4 1-143,-9 7 1,-5 1 0,2-10 46,2-10 0,0-8 459,-6 0 1,1-11 25,9-16 0,4-11-9,8-15 1,8-9-29,9-13 0,9-3-357,0 8 1,9-3 209,5 12 0,6-4 1,3 0-1,1 4-110,4 0 1,2 4-1,4-1-9,0-2 1,4-2-1,1 1 1,1 3-130,-5 9 1,1 1 0,0 3-1,1 0-393,13-6 1,0 2 0,0 1-720,-1 2 1,-1 0 0,0 2-1345,-3 0 1,0 2 0,-2 0 2688,12-7 0,-6 3 0,-17 9 0,-6 2 0,2-3 0</inkml:trace>
  <inkml:trace contextRef="#ctx0" brushRef="#br0" timeOffset="144156">29091 15373 25461,'-27'-34'158,"0"-1"1,3 0 0,6 15-226,16 25 67,1 2 11,4 30-34,6 5-5,-2-8 0,1 3-263,1 0 0,1 1 150,-1 2 1,-2 1-62,-2 0 1,-3 0 47,-6-3 0,-4-1 109,-4-4 0,-5-2 87,-4-6 0,-3-3 233,-26 5 117,7-16-17,11-17-83,15-10-85,13-12-3355,20-8 3159,4 4-6,21-1 1,7 0-247,3 1 233,-13 11 1,6-3 0,-3 3-10,-2 3 0,1 1-2,-1 1 1,3-2-1,-3 2 5,1-1 0,0 0-17,12-4 0,-1 1-19,7-4 41,-25 11 1,0-1 25,17-11 33,-14 5 146,-15 1-123,-11 9 146,-5 2 21,-5 7 3089,-1 0-3200,-2 1 682,-5 2-833,-5 5 5,-4 8 6,-2 10 5,1 12-11,5 10-27,6 5 27,12 1-22,14-4-17,19-8-17,13-11 11,10-12 62,-12-9 51,10-17 38,-26-5 12,9-13 39,-22-7 22,-6-7-38,-7-7 21,-6-4-3341,-14-9 3258,0 22 16,-18-6-61,0 25-17,-15 3-39,-7 8-34,-2 13-134,2 10-706,5 15-2039,7 11 2952,15 2 0,12-15 0,11-10 0</inkml:trace>
  <inkml:trace contextRef="#ctx0" brushRef="#br0" timeOffset="144705">30443 15348 24990,'0'-4'2347,"0"1"-2302,0 3-45,-11 33 5,1 5 0,0-4 1,-2 2 5,2-4 1,-1 0-284,-10 27 295,1-10 10,5-14-22,7-16 129,3-9-33,7-11-1,5-8-16,16-20-269,-3 2 221,1 0 0,2-3-8,-4 4 0,0-1-6,6-5 0,2-2-3,2-1 0,2 2-17,-7 9 1,1 2-3126,26-12 3111,-20 22-423,19 14 429,-23 5-28,27 19-6,-21 9-11,-14-4 1,-2 2 170,2 14-118,-18-8 1,-6-2-9,-8-7 3189,-23 19-3189,5-26 625,6-7-564,6-6-27,16-19 33,18-19-39,-2 3-3,6 0 1,5 0 32,8-1 1,2 3-42,-8 3 0,4 0 39,24-7 0,1 6-688,-5 8 651,-6 5 1,2 6-1603,-13 12 0,-2 4 1566,19 7-25,-19 1 0,-7 5-635,-8 31-796,-16-26 0,-4 1 1049,-4 3 1,-4-3-1,-10 4 1,4-16-1</inkml:trace>
  <inkml:trace contextRef="#ctx0" brushRef="#br0" timeOffset="145664">3505 17410 17944,'-4'-4'6391,"1"0"-5703,3 4-889,-24-29 162,20 34 33,-16-22-22,30 53 28,4-2-17,9 8 0,9-4 34,23-8-11,-13-15 10,-8-10 1,1-5 45,11-16 16,8-13 46,-10-12-1658,-25 13 0,-3-1 1697,2-11 129,-9-19-29,-18 20 28,-5-7-50,-7 10-6,-1 12-201,7 13-23,-4 12-39,2 17 11,-10 20 8,12-10 1,1 3-54,-2 14 1,2 1 30,4-12 0,3 0-193,-1 13 0,5 1-1488,15 13 166,-1-24 0,5-1 1122,10-2 0,2-3 0,3 4 0,5-11 0</inkml:trace>
  <inkml:trace contextRef="#ctx0" brushRef="#br0" timeOffset="146046">4692 17442 21752,'4'-55'1637,"-1"0"1,-1 5 0,-1 7-1353,-3 11 7,-5 12-287,1 22-44,-8 12 22,-6 20 17,4-7 0,-2 3-20,-11 15 1,-1 3-584,2-5 1,0-1 562,0 0 1,0-1-110,1-3 1,1-3-255,4-5 0,-1-1-110,-9 13 0,-1-2 376,11-13 0,2-3 67,-4 3 0,3-6 70,11-13 106,1-15-5,9-8 236,-1-34-1,3 3-93,2 7 1,2 0-99,2-8 91,11-7-91,-6 30 996,5 0-1141,-4 10 373,33 14-435,-2 11 34,-15-4 0,2 1-339,11 8 1,-1 3-438,-11-6 0,-2-1 31,7 4 0,2 0 773,10 0 0,-4-3 0,-14-3 0,28 4 0</inkml:trace>
  <inkml:trace contextRef="#ctx0" brushRef="#br0" timeOffset="146513">5161 17585 18039,'1'-6'3282,"1"-24"0,-1-6-2010,-5-2-827,4-4 1,-2 0 438,-8 5-727,2 17-146,-1 22-33,2 16 22,-2 18-1122,4 5 1,1 9 0,1-4 1121,0-5 0,0 3-16,1 7 1,-1 10 0,2 2-1,0-7-283,2-11 1,1-4 0,-1 1 264,1 9 1,-1 1 0,1-1-48,1-4 1,-1-1 0,0-1-237,1 8 1,-3 0-495,-2-5 1,-2 2 0,0-3-372,-2 3 0,-1-3 261,-4-1 0,-2-7 260,-3-13-443,-6-31 1194,12-15 433,-2-23 1,2-7-264,6 19 1,1-2 474,0-23 0,-1-9 0,2 6-466,0 13 1,1-1 28,1-12 1,1-8 0,0 4-93,1 17 0,1 3 0,1-2-43,1-4 1,0-4 0,2 0 0,-1 4-101,0 2 1,0 4-1,1-3 25,3-3 0,1-4 1,1 1-1,-1 8-60,0 4 0,2 2 5,1-5 1,3-4 0,1 5-35,2 7 1,3 3 76,9-9 0,4 3-65,-6 14 0,2 4-8,3 2 0,0 7 30,7 11-69,-15 15 0,-2 7 13,-3 9 9,-4 17 0,-8 6 28,-13-14 0,-7 0 583,2 0 1,-3 2 0,-4-1-587,-14 12 0,-5-2-6,-5-2 1,0-2-12,6-11 1,0-1-250,-10 5 0,2-4-1076,1-2 1331,-6 2 0,33-27 0,11-9 0</inkml:trace>
  <inkml:trace contextRef="#ctx0" brushRef="#br0" timeOffset="146907">6008 17303 20140,'3'-7'4676,"-1"2"-3359,-2 5-858,0 0-437,-55 24-16,32-4-17,-17 13 0,1 5-12,15 14 14,9-15 1,3 0-25,3 16-6,16-13 5,11-12 40,14-13 27,13-16 1,8-15-12,-24 2 1,0-2 7,-1-4 1,-2-1 115,18-25 83,-13 0-27,-14-2-647,-11-2 534,-8 11 35,-17-21-17,-1 26-46,-13-10-55,3 25-51,-2 13-50,-1 17-67,2 16-326,4 18-833,8 10-2477,11 7 3006,10-9 0,1-21 1,2-14-1</inkml:trace>
  <inkml:trace contextRef="#ctx0" brushRef="#br0" timeOffset="148123">6426 17391 22761,'0'-7'1831,"0"-28"1,0-7-1233,0 7-375,0-8 0,-1 1 101,0 19-157,-1 10-224,0 9 11,1 6-33,0 24 27,2 19-209,-1-8 1,0 3 245,1 5 0,-2 0-349,-2 4 0,-1 0 368,-1-2 1,-1 0 2,-1-4 1,-1-1-7,1-7 1,1-2 8,0 14 40,3-21-40,8-16-17,8-16 34,21-25 45,3-11 140,4-7-152,-20 19 1,-1 0 5,-3 3 0,0 0 662,16-27-679,-9 16 1,0 2 21,8-5-66,-10 14 0,0 1-46,8 3 40,-4 11 28,-1 17-33,-2 15 10,-2 17 12,-3 9-22,-6 4 281,-3-3-292,2-6 4,5-10-44,8-9 28,9-10 17,8-10-6,-9-8 1,-1-4 21,13-5 3,-12 0 1,-3-2 2,1-13 23,4-11 39,-9-6-40,-8-4 14,-11 18 1,-3 0 3,-2-11 5,-8-14 39,-2 32-60,-2 3-35,2 12 0,1 11 0,1 12 0,1 12 0,3 13 0,11 9-7,9 3-10,5-12-50,5-5-264,4-12 1,4-4-436,19 4 500,-9-6 0,1-2 143,-13-11 0,-2-3 95,25-9 95,-11-10-16,-16 0 324,-6-20-6,-15 8-5,0-14-44,-10 14-24,-1 10-88,-2 10 66,1 8-274,2 3-46,0 8 12,2 7 34,0 14 0,0 10-17,1 5 17,0 1 12,1-11-52,1 12-32,-1-19 27,2 7 17,2-19-6,3-12 45,8-12 40,6-9-23,-2-3 39,16-20 6,-10 13-17,11-14-56,-9 17 11,-5 9-17,-3 9-16,-2 11 5,2 10 17,2 10 0,1 6 6,0 1 11,-2-4-34,1-7 0,3-9 51,5-9-51,6-13-6,3-11 43,-14-1 0,-2-1-9,9-16-269,-10 6 1,-3-3 257,-7 6 0,-1-2 0,4-12 0,-1-2 0,-4 9 0,1-3 0,-1-6 0,1-5 0,-2 6 0,-3 14 0,0 0 0,6-29 0,-1 4 0,-6 25 0,-2 4 0,-3 18 0,-2 9 0,-2 12 0,-5 15 0,-5 25 0,5-13 0,1 3-243,-2 9 1,0 4 242,4-2 0,1 4 0,1-3-566,-2 4 0,2 1 566,3-1 0,2 5 0,2-5-469,4 2 1,3-2-219,0-10 0,1 1 1,4-1-2591,6 0 0,3-2 0,0-3 3058,4 2 0,1-5 0,-2-5 1,-2-8-1,-5-12 0</inkml:trace>
  <inkml:trace contextRef="#ctx0" brushRef="#br0" timeOffset="148530">8638 17338 13339,'-44'-40'1047,"0"0"1,0 0-1,5 6 1,2 1-1,6 8 1656,0 7-2546,17 13-62,14 4 163,17 6 636,19 2-852,-6-2 0,3 1-26,10-1 1,3-1-92,5-1 1,3-1 78,-11-1 0,2-2 0,-2 0-4,11-2 0,-3-1 0,-2 0 0,-3-1 14,-10-3 0,-2-1 19,12-6 1216,4-4-924,-15-2 197,-14 0 642,-11-5-755,-6 9 297,-4-2 343,-2 14-774,-1 1-90,0 3-122,0 2-63,0 0-63,0 3 52,0 2-73,-13 37 73,9-16-73,-2 15 0,0 2-90,6-4-159,2 0 0,2 2-1437,10 12-981,-2-22 1,2 0 2750,11 15 0,-7-20 0,-6-15 0</inkml:trace>
  <inkml:trace contextRef="#ctx0" brushRef="#br0" timeOffset="148714">9626 16874 23433,'-17'-45'1012,"0"0"0,5 6 0,-1 9-1023,-7 15-141,10 13 24,-4 4-987,1 30-1120,7 7-50,-1 12 1606,10-16 1,3-2-1,-3-9 1,7 13 0</inkml:trace>
  <inkml:trace contextRef="#ctx0" brushRef="#br0" timeOffset="149355">9875 17211 27858,'-28'-22'13,"0"0"0,-16 9 0,-1 13-16,14 14 0,1 6-680,-14 7 0,1 1 674,12-3 1,4 0-20,-13 23 0,19-12-41,20 7 30,9-23 336,21 13-292,22-23 1,7-7 10,-21-6 1,-1-3-5,11-8 52,-18-1 0,-2-1 138,4-10 734,7-13-617,-18 4 70,-9 1-389,-5 4 0,-4 9 0,-2 10 0,0 6 0,0 7 0,-4 9 0,-2 15 0,-1 5 0,1 2 0,2 2 0,4 16 0,3 9 0,13-31 0,4-5 0,7-1-26,4-6 0,5-4-55,0-11 0,1-5 69,2-3 1,0-2-140,-1-2 1,-1-4 172,4-14 0,-4-5-792,-13 5 0,-2-1 795,6-4 0,-1-5-8,-2-19 1,-4-4-629,-7 11 1,-2-1 610,0 1 0,0-4 0,-3 1 0,-2 6 0,-1 1 0,-1-1 0,-2 1 0,0 1 0,-1 1 0,1-6 0,-2 2 0,-5-3 0,-2 6 0,-5 9 0,-8-2 223,-2 38-223,-6 19 0,0 8 0,2 15 0,-1 11 0,10-7 0,2 3 0,-1 0-92,0-2 1,0-1-1,1 4 92,4 0 0,0 4 0,2 0 0,3-3 0,1-1 0,3-2 0,1 0 0,-1 0 0,1-1 0,2 3-661,5-3 0,2 3 0,2-2 0,-1-6-905,4 3 1,2-2 1565,2 3 0,3 3 0,-3-10 0,2-4 0,0-3 0</inkml:trace>
  <inkml:trace contextRef="#ctx0" brushRef="#br0" timeOffset="149865">13144 18134 22038,'-8'5'1980,"-6"-31"0,1-15-1207,5-17-1437,1 19 0,-2-6 0,3 2 781,4-11 1,2-1-48,0-6 0,0-2-42,-1 17 0,0-1 0,-1 0-15,0-4 0,0 0 0,-1-1-4,-1-1 1,-1 0-1,0 0-338,-1 3 0,0 0 0,-1 1 382,-3-14 1,0 3-15,1 17 0,0 5 675,-4-5-837,4 32 39,-2 35 50,-7 36 25,7-10 1,0 6-143,3-9 1,1 2-1,0 1 128,1 4 1,1 2 0,1 0 10,1 1 1,0 0 0,2-1-19,1-2 0,1 0 1,1-2-31,1-4 0,0 0 1,2-2-100,1-3 0,1-1 1,1-1 6,6 15 0,3-4-890,1-4 0,2-3-1280,0-6 1,0-3 2321,-2-6 0,-1-4 0,3 2 0,-8-13 0</inkml:trace>
  <inkml:trace contextRef="#ctx0" brushRef="#br0" timeOffset="150338">12856 17858 18889,'-18'-51'722,"0"0"1,1 1 0,1 4-1,1 2 1,5 5-449,8-15 641,15 13-898,15 9 0,25 6-568,-16 16 0,3 1 568,9 1 0,3 1-15,6 1 1,3 2-11,-18 1 1,0 0 0,1 1 7,0-1 0,1 1 0,-1-1-9,19-2 1,-2-2 11,-6 1 0,-2-2 25,-9 0 0,-4-1 519,19-8-295,-25 3-84,-19 5 535,-16 5-653,-16 7 6,-18 10 73,-17 16-70,21-8 0,1 3 374,-1 3 1,2 2-398,5-1 1,3 2 2,-4 26-33,23-8 33,23-8 11,23-10-50,-13-19 0,3-4-323,6-1 1,1-4 344,3-5 1,1-3 33,-2-2 0,-1-4 72,-3-2 1,-3-4-39,-6 0 1,-3-3 340,11-22-44,-17-4-107,-14-4-62,-15-1-145,-3 11-23,-8 12 1,-5 2-23,-16-6-31,9 11 0,-2 3-36,-22 1-28,6 14 209,9 17-707,9 16-169,11 3 734,14 5 0,3 0 0,1-12 0,5 22 0</inkml:trace>
  <inkml:trace contextRef="#ctx0" brushRef="#br0" timeOffset="150923">15670 17198 26493,'-37'-49'268,"0"1"1,2 5 0,11 11-252,23 25 395,9 27-423,11 35 16,-4-8 1,1 6-535,-5-10 0,0 2 0,-1 1 519,0 3 1,-3 1 0,-1 0 5,-3 0 0,-3-1 1,-1 0-7,-4-2 1,-2 0 0,0-3 14,-3 7 1,-4 0-25,0-10 0,-3 0 1,2-4 252,2-6 0,0-3-215,-4 9 1,1-5-20,5-11 239,6-27-228,4-21-16,-2-24 38,2 15 1,-2-2-6,0-6 0,-1-3 13,-1-6 1,0-3-28,-1-3 0,-1-3-3,2 19 0,0-2 0,0 1 7,1-2 1,-1 0 0,1 0-23,1 1 0,-1-1 1,2 1 6,0-18 0,4 1-17,9 1 0,4 4-3,-5 20 0,4 4 3,15-3 0,5 8-187,-4 16 1,2 6 189,8-2 0,2 5-20,2 8 0,-1 6-506,1 7 0,-3 5 537,1 8 0,-4 5-45,-2 4 1,-4 3-288,-6 2 1,-7 3 309,-8-2 0,-10 1-15,-13-2 1,-10-3 24,-11-1 1,-8-6 8,-10-1 1,-6-5 15,10-9 0,-3-3 0,3-1-49,-3 0 1,2-3-136,-10 0 1,4-3-1706,12-9 1774,7-11 1,19 4 0,15-5 0</inkml:trace>
  <inkml:trace contextRef="#ctx0" brushRef="#br0" timeOffset="151946">16939 17114 21803,'-2'-5'4711,"1"2"-4398,1 3 230,-64-35-464,38 26-46,-16-10 1,-6 8-9,14 22 0,1 8-25,-6 2 0,0 3-301,-3 2 1,1 3 303,8 1 1,-1 3 0,5-3-15,6-6 0,3 1-1,-14 23 1,8 1-11,22-5 22,17 12 11,30-26-239,3-13 242,-11-12 0,3-4 25,3-8 0,0-4 3,-1 1 0,0-3-3,-4-1 1,-2-4 161,11-22 23,-22 0-50,-4-17-127,-16 17 1,-4-1-17,-3 5 0,-2 1-31,0 0 0,-2 2-11,-13-18-3286,5 23 3056,2 7-113,-2 25-239,5 27-119,-3 25 337,5-2-356,5-15 0,1 0 61,2-8 1,1 2-443,5 13 0,4 0 689,0-9 1,4-3 332,7 2 1,4-5 88,14 2 365,18-11 409,-9-17 143,-11-9 0,1-4-222,-7-2 0,0-5-137,5-6 1,-3-4-121,7-15-101,-17 12 0,-3-1-101,-4 2 1,-1-3-15,9-22 0,-2-4 671,-2 2 0,0-2-844,-5 7 1,0-3-1,-1 3-23,1-5 1,-2 0 20,-2 7 1,-1-2 0,-2 1 42,1-12 1,-2-2-3,-1 7 1,-1-4 0,-1 4-29,-2-7 1,-1 4-135,-1 4 0,-2 7 75,-4 13 553,1 22-553,0 16 0,-9 31 0,-2 20-278,6-22 0,1 4 278,3 7 0,2 7 0,0-5 41,2-4 1,0 1-42,1 11 0,0 8 0,2-4 0,2 4 0,2 0-18,-1-12 1,0 2 0,2 1-108,1 2 0,2 0 0,1-2-63,3 6 1,1-3 100,-1-7 0,3-5-58,16 0-102,7-31 247,5-13 12,10-19 10,-16-6 477,-13 5 0,1-2-326,-1-4 1,-1-1-51,0 1 0,0 0 720,0-1 0,-2 0-630,1 0-118,-11 13-112,-6 9 12,-2 5-35,6 1 18,11 2-6,13 0-6,13 0 68,5-7-45,-10-2 22,4-13 112,-7-16 23,0-10-109,-19 14 0,-2-1-37,1-20 0,-8 14 0,-7 10 0,-3 21 0,0 0 0,-2 11 0,-4 11 0,-6 19 0,-7 24-507,6-18 0,-2 2 507,-2 9 0,-3 1 0,-3 6 0,-1 1-586,6-17 0,0 0 1,0 0 144,0 1 0,0 0 0,2 0 441,1 3 0,2 0 0,2-5 0,-2-3 0,3-4 0,2 27 0</inkml:trace>
  <inkml:trace contextRef="#ctx0" brushRef="#br0" timeOffset="152938">18462 17312 23612,'10'-55'647,"0"0"1,-1 0-1,-1 10 1,0 2 0,-1 5-360,2 2 0,-1 6 177,1-2-207,-2 4-163,-4 17-106,-3 11 5,-5 12 12,0 4-6,-21 39-6,7-20 3,-7 11 1,-2 3-339,11-19 0,-1 0 324,-6 13 1,0 0 7,8-14 1,3-1 14,-4 12-6,10-18 22,12-13 62,12-18 39,18-14-78,-11 4 0,1-4-6,4-4 0,1-4-39,3-3 1,-1-1 16,1-1 1,0-1-18,-1 1 0,0 1 0,-3 5 0,0 2 0,-4 4 0,0 2 0,14-5 0,-8 13 0,-8 15 0,-2 15 0,-1 16-46,0 16-99,-1 11 66,-5-8-67,-1-12 1,1 0 15,14 12-161,-4-16 0,5-2-20,0-12 0,4-4 98,4-5 1,1-4 130,1-5 1,-1-4 53,0-4 0,-1-3 48,-4-4 0,-3-3 64,-3-3 0,-3-1 196,15-24 84,-8-2-174,-11 11 376,-2-12-23,-13 21-465,0-2-5,-13 17-90,-8 16 34,-5 2 45,-26 30 23,12 2-93,10-10 0,2 3-4,-3 24-10,15-2-87,20-7 59,18-9-18,20-11 32,-17-18 0,2-4 30,4-2 0,0-4 34,1-4 0,-1-3 0,-3-2 0,-2-3 152,16-19 94,-18-5-77,-15-6-197,-15-4 0,-13-2-3011,-11 0 3011,1 12-24,-22-4 24,15 22 0,-12-2 0,17 17-387,4 17-1427,6 13 1814,5 21 0,5-20 0,6 1 0</inkml:trace>
  <inkml:trace contextRef="#ctx0" brushRef="#br0" timeOffset="154048">20172 17206 26396,'10'-61'1025,"-3"13"-941,-6 47-62,-2 9 12,-2 1 11,-12 43-29,1-16-2,-3 4 0,-2 2-572,3-13 0,-1 0 552,-4 6 1,0 0-1,2-4 1,0-2-17,-11 23 10,14-24 63,7-8-12,14-21-11,3-5 50,38-29-50,-13 9 0,1-2 381,-1 1 0,2-2-353,9-9 0,-2-2-568,-15 10 0,-1 0 551,6-9 1,1 0-4,-5 2 1,0 2-399,1 1 1,-2 3 378,5-6-23,-1 11-16,-21 25-34,6 26 72,-6-3-27,0 14 0,0 4-6,-3 18-62,-2-23 1,-1 0 81,-2-1 0,-2-3 8,-4 13 985,1 3-1012,-4-11 895,3-18-868,2-7 6,2-10 56,10-19 510,-1 5-532,25-39 5,-2 11-177,-12 16 1,0 0 134,4 0 0,1 1-3,18-7-5,-14 14 0,1 2-34,14 0 28,-2 15-6,-22 6-11,-2 18 40,-7 3-18,0 11 6,-2-1-27,5 1 27,0-13 263,5-3-285,-4-15 67,4-5 18,7-16-74,4-5 0,0-8 0,2-12 0,-7 1 0,5-7 0,0 3 0,-13 18 0,-4 7 0,-11 15 0,-1 2 0,-1 21 0,0-6 0,-1 41 0,0-14 0,0 20 0,0-23-836,8 5-4585,12-7 5421,2-6 0,-1-7 0,-10-17 0</inkml:trace>
  <inkml:trace contextRef="#ctx0" brushRef="#br0" timeOffset="154216">21727 16943 20067,'0'-8'5427,"0"2"-5057,0 6-740,0 0-879,-35-3-8582,24 23 9415,-24-11 1,32 13-1,3-15 1</inkml:trace>
  <inkml:trace contextRef="#ctx0" brushRef="#br0" timeOffset="154498">22218 17121 27965,'-38'-24'88,"0"1"1,0 0-1,-14-7 1,7 15-89,7 41 0,10 7 0,7 9 0,4 4-425,6-10 1,3 2 424,-4 17 0,2 0 0,6-20 0,3-2-29,10 13 1,4-4-106,5-1-381,14-3 0,6-3-1177,19-11-602,-13-9 1,2-4 2293,-12-9 0,-3-2 0,10 0 0,-19-3 0</inkml:trace>
  <inkml:trace contextRef="#ctx0" brushRef="#br0" timeOffset="155872">22196 17232 23287,'4'-50'612,"0"0"1,1 10-1,-2 5-146,-6 2-91,-3 17-129,-3-1-100,-5 9-90,-6 9-28,-11 12 17,-12 14-23,16-8 0,1 2-254,-18 18 207,11-6 0,1 3 22,11-10 0,2 0 0,-9 11 0,2 1-19,-4 16 61,13-8 6,12-9 0,20-8 50,18-8 28,22-7-240,-20-10 0,2-4 134,12-6 0,0-3 11,-14 3 0,-2 0 70,10-8 0,-3-3 137,0-8 11,2-13 23,-14-7-118,-16 9 0,-4 0-39,1-15-8,-6 15 0,-1 1 41,-5-2 82,0 0-227,-2 14 0,-1 12 0,3 9 0,-7 11 0,-6 13 0,-10 21 0,10-14 0,0 4-98,0 5 1,1 3 97,2 12 0,2 0 0,3-16 0,3-1 0,2 14 0,6-3 0,13 7 0,-3-21 0,5-2-26,12-2 0,5-5 26,-4-6 0,4-5 0,19-6 0,0-7-1147,-20-3 1,-2-4 1146,7-4 0,-1-4 0,-7-5 0,-3-3-346,3-4 1,0-4 345,8-11 0,-2-4 0,-13 12 0,0-2 0,-2-2 0,0-4 0,-2-2 0,0-2 0,0-2 0,-2-2 0,0-1-251,0-2 0,-2-2 0,0-1 251,-1 1 0,0-1 0,-2-2 0,-2 9 0,-1-3 0,-1 1 0,0 4 0,-1 3 0,0 2 0,-2-1 0,1-8 0,-1-2 0,-2 8 32,-1-11-32,-2 7 1854,-3 27-1854,-1 16 809,-8 16-809,-11 24 0,4 1 0,-2 5 94,3-3 0,-2 3 0,2 2-94,-4 8 0,1 4 0,1 1-439,0 3 0,1 1 0,2 3 439,6-8 0,1 3 0,1-1 0,2-3 0,0-3 0,2-3 0,3 2 0,3 13 0,3 2 0,5-7-608,7-6 0,5-3-1551,-3-9 1,2 1 0,2-3 2158,9 9 0,-1-6 0,-8-13 0,-3-4 0,6 1 0</inkml:trace>
  <inkml:trace contextRef="#ctx0" brushRef="#br0" timeOffset="160724">24066 17162 28205,'-15'-2'-227,"-32"-10"0,31 6 0,-21-6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10:15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11945 2390 8041,'0'-8'7982,"0"2"-7176,0 6 1171,0 0-985,26-26 10,-20 21-767,20-20 169,-28 28-80,-3 2-122,-9 4-16,-8 2-7,-8 3 22,-5-1 141,-12-2 117,-2-5-296,9-2-12,7-3 106,17-2-66,6 0-107,1 0-79,6 0-77,2 1 21,1 2 74,-1 6-12,1 8-11,0 9 0,0-2 5,1 16 1,2-11-6,0 12 11,0-12 0,-2-7 6,0-6 274,0-7-61,0-4 44,0-3 265,1-2-271,2-5-200,5-4-40,4-6-12,5-3-10,3 1-28,3 4 10,4 5 1,6 5 11,8 8-11,8 6-301,7 8 292,-27-7 1,-1 1-48,2 3 0,-2 0-29,8 7-184,-9 9-62,-31-8-89,-18 7-303,-20-1-16,12-15 0,-3-3-1256,-2-2 1,-1-3 2005,-2-2 0,2-2 0,-5 0 0,9-3 0</inkml:trace>
  <inkml:trace contextRef="#ctx0" brushRef="#br0" timeOffset="233">11941 2345 16320,'2'-3'5012,"0"1"-4589,24-16 1,10-4 186,7 0-1001,6-4 0,2 0 606,-18 14 1,-1 2-20,-1 1 0,-1 0 520,20-4-515,-14 3 162,-15 5-296,-11 2-179,-7 2-493,-4 3-2385,-6 7 2990,-3 2 0,2-2 0,3-1 0</inkml:trace>
  <inkml:trace contextRef="#ctx0" brushRef="#br0" timeOffset="1854">4267 2613 17863,'-56'8'184,"1"0"0,10-5 1,5 3 81,9 9 0,3 1 682,-21 9-620,7-4 1,-1 0-159,13-6 0,-1 0 73,-21 6 1,0-1 193,0-4-227,20-7 0,1-1 329,-1-4-340,19-2-388,3-2-116,7 1 202,4 0-97,2 6 47,3 7 103,2 12 123,1 13 128,-5-1 1,-2 3 75,0 4 0,-2 2-297,0 3 0,-1 1 263,-1-4 0,-1 3-500,0-6 0,-1 6 0,-1 1 0,1-3 415,0 0 1,0-2-1,-1 4-87,1 1 0,-2 7 1,0 1-1,1-2 0,0-7-10,0-4 1,1-4 0,-1 2-12,-2 16 0,0 4 0,1-9-365,1-13 1,0-1 371,1 11 0,-1 6 1,2-4-100,0-2 0,1 0-233,0-5 0,0 4 0,1-4 255,2 5 0,1-3-32,1-4 0,2-2-20,2-5 1,1-2-172,6 14 1731,9-6-1693,8-25 36,-3-8 86,9-22 1,2-10-131,7-9-67,-14 6 0,5-4 0,0 0-2997,-3 0 0,1 1 0,-2 0 2239,6-5 1,-1 1-1,1-1 1,-8 7-1,-19 15 1</inkml:trace>
  <inkml:trace contextRef="#ctx0" brushRef="#br0" timeOffset="2936">4227 5730 17456,'-56'5'328,"-1"0"1,2 1 0,2 5-220,1 11 0,4 2-546,12-7 1,1 0 492,-19 8 0,2-1-334,17-8 0,1-1 325,-7 3 1,1-1-23,7-3 1,3-1 347,-13 4-563,20-8 104,14-4 228,6 1 529,3 4-513,2 8 804,1 7-781,2 9-21,2 9-11,-2-4-88,1 16-28,-4-23 0,-1 0-2,1 2 0,0 2-549,-1 9 0,1-2 599,1 17 4,-1-19 1,0 2-339,-1 6 1,0 2 378,1 2 0,-2 3-42,1-12 1,-2 2 0,0-2-24,-2 15 1,-1-1 35,-2 3 1,-1-1-18,-2 2 1,0-1-548,-2 1 0,1 0 486,0-1 0,1 0-12,2-3 1,1-1-1,1-3 0,3-1 6,1-5 1,3-2-72,1-4 0,1-1 142,1-4 0,2 0 14,-1-3 0,1 1-14,-1-1 0,-1 0-34,-1 1 0,-1-2-16,1 19-6,-1-16 0,2-2-56,7 7 873,11 11-940,11-29-2230,14-13 2073,13-16 22,-24-1 0,-1-1-95,-5-1 0,-1-1-1191,10-4 1,-2 1 1092,12-7 1,-9 4 0,-18 8 0</inkml:trace>
  <inkml:trace contextRef="#ctx0" brushRef="#br0" timeOffset="3873">2972 3777 20643,'-40'16'-153,"0"0"1,0 1 0,1 1 0,1 2 0,3 4-719,-4 17 0,5 5-4045,-5 4 1,2-1 4680,3-4 1,3-4-1,9-11 1,4-5-1,-4 5 1</inkml:trace>
  <inkml:trace contextRef="#ctx0" brushRef="#br0" timeOffset="4050">2383 3970 20358,'49'7'-54,"0"0"0,11 17 0,-7 8-1000,-24-1 1,-4 4-79,11 9 0,-2-1 0,3 1 0,-15-20 0</inkml:trace>
  <inkml:trace contextRef="#ctx0" brushRef="#br0" timeOffset="4500">2657 7004 20979,'-22'40'-176,"0"0"0,0 0 1,-1 1-1,0 0 0,-1-4-152,-1-2 1,-2 1-2199,-2 1 0,-2 4 0,2-2 2526,-4 4 0,2-2 0,-1 0 0,4-3 0,-5 7 0</inkml:trace>
  <inkml:trace contextRef="#ctx0" brushRef="#br0" timeOffset="4666">2002 7445 12713,'4'-7'7124,"0"2"-6704,23-18 0,7-2-62,1 12-296,8-11 0,1 5-1,3 37-5,4 20-109,-22-10 0,-2 3-1085,2 6 0,-1 3 1138,0 8 0,-1-2 0,2 7 0,-6-4 0</inkml:trace>
  <inkml:trace contextRef="#ctx0" brushRef="#br0" timeOffset="8373">20018 1179 31724,'-7'-51'-927,"0"0"0,-1 5 0,-3 8-1617,-16 15 2136,-11 8 1121,-12 7 361,-8 12 1420,25 2 1,1 3-2495,0 3 0,1 3 0,3 1 0,1 2 0,-13 20 0,18 1 0,15 0 0,20 0 0,17-2 0,-6-17 0,4-2-1012,5 0 1,3-1-135,3 0 0,1 0 323,1 1 1,-2-1 173,-5 0 1,-3 0-448,9 9 428,-30 12 619,-36-13 69,0-5 1,-6-3-191,-9-2 0,-4-3 35,-5 0 1,-2-2-573,-1-2 0,-1-2 608,4-1 1,1-3-299,1-6 1,4-3-682,-9-3-1055,15-13 1465,32 4 0,5 9 1,1-1-1</inkml:trace>
  <inkml:trace contextRef="#ctx0" brushRef="#br0" timeOffset="8600">20300 948 25672,'0'-4'477,"0"0"-1047,0 4 179,0 25 160,0 16 117,0-7 1,-1 3-159,-1 4 0,-1 1-307,0-1 0,0 0-1132,0-1 1,2-2-1740,0-3 0,2-3 3113,3 18 1,0-22 0,0-15 0</inkml:trace>
  <inkml:trace contextRef="#ctx0" brushRef="#br0" timeOffset="9540">20257 1359 13805,'-3'-5'8749,"0"2"-7411,3 3-1427,-14-60-57,42 41 23,-15-13 0,5 2 16,17 23 1,6 9 44,-3-3 1,0 0 21,-2 0 1,-2 0 11,22-1 56,-12-2 62,-15-1 83,-11 1 63,-10 1 10,-5 2 107,-3 1-236,-6 0 29,-2 3-28,-6 2-51,2 5-22,5 1-23,3 4 23,9-1 56,9 0 16,13-3-5,10-5-17,4-7 62,0-7 79,-8-6 5,-10-6-28,-13-3-85,-7-3-32,-14 0-12,-9 4-40,-13 2-10,-7 7-28,-4 5-1,3 7 18,2 8-23,12 2-23,-5 20 6,20-10-167,0 36-242,22-14-703,12 3 1,5 1 66,-1-14 0,3-3-818,4-2 0,4 1 1,-3-5 607,-4-6 1,1-4-465,13 1 0,0-6 912,8-10 2258,8-9 1355,-12-11 583,-13-8-336,-10-4-779,-9-1-694,-6 3-465,-5 5-275,-4 7-112,-4 8-560,1 6-173,-1 6-12,1 10 40,2 12 22,-2 17-17,2 15-17,0-21 1,0 2-187,0 3 1,-1 1 180,-2 1 0,-1 1 0,-1-2 0,0-1 13,-3-1 1,-1-3 14,-2 7 5,-3-12 1,7-26 16,-7-24-28,5 1 23,-5-38-17,9 17-436,2-9 0,3-5 444,3 15 0,3-2 14,1-5 0,2-5 1,1 6-1525,-1 8 1,2 4 1489,3-8 1,1 6-92,4 8 63,4 6 23,11 0-17,14 14 17,-4 15 824,0 6-813,-7 33 3324,-24-17-3335,-3 30-22,-31-20-29,-17 8-188,11-26 0,-3-2 54,-2-3 1,-1-2-293,2-4 1,1-3-3288,-19-3 3764,18-9 0,17 0 0,11 0 0</inkml:trace>
  <inkml:trace contextRef="#ctx0" brushRef="#br0" timeOffset="9750">21746 1284 19300,'-2'2'4217,"-1"-1"-2621,3-1-2201,19-8-946,15-3-3446,23-10 4997,-1 1 0,-21 7 0,-17 5 0</inkml:trace>
  <inkml:trace contextRef="#ctx0" brushRef="#br0" timeOffset="9916">22136 1003 25976,'-9'57'-76,"7"-26"1,2 2-679,8 14 1,2 2-3087,-1-3 1,1 0 2707,2 5 0,0-4 0,-1 3 0,-6-23 0</inkml:trace>
  <inkml:trace contextRef="#ctx0" brushRef="#br0" timeOffset="10166">20059 1906 23483,'54'-2'158,"0"0"1,0 0-1,0 0 1,4 0-1,1-1 1,1-1-1,1 0-1274,-9 0 1,1 0 0,0-1 0,1 0 0,1 0 1117,2 0 0,2 0 0,0-1 1,-1 1-1,-2 1-1,3-1 1,-3 0-1,0 0 1,4 1-79,-6 0 1,3 0 0,2 0 0,0 0 0,-2 0 0,-3 1-168,7 0 1,-5 0-1,0 1 1,3 0-74,-5-1 0,1 0 0,1 0 0,0 1 0,-2 0 317,11 0 0,2 1 0,-6 1 0,-9-1 0,-8 1 0,-4 0 0,16 0 0,1 0 0</inkml:trace>
  <inkml:trace contextRef="#ctx0" brushRef="#br0" timeOffset="12082">24389 1295 32767,'-20'-35'0,"0"0"0,-17-2-1551,20 86 2308,1 6-1839,6-5 1,0 4 981,2-1 1,1 4-490,1-12 1,0 5 0,0 2 0,0-2 302,-1 10 1,-1-1-1,0 2-385,0-7 0,0 2 0,0-1 0,-1-4 578,1-3 0,0-4 0,-2 2-298,-2 5 1,-1 2 0,0-4-87,-2 2 1,-2-2 430,-3 6 0,-3-5 436,-4-14 1,-3-8 326,-17-7-466,-4-38-304,25-17 283,16 1 0,6-5-137,6-7 0,5-2-160,0-1 0,4-1-65,4 7 0,3-1 1,1 5 425,1 4 0,1 3-542,7-3 1,3 3-142,2 10 1,3 2-13,20-5 1,4 1 336,-20 6 0,2 0 0,-1 1 159,0 1 0,-1 1 0,1 0-273,2-4 0,-1 0 0,-4 2 844,18-11-263,-9 2 1,-2-1 1569,-3-12-864,-8 9 1996,-12-7-2267,-21 22-720,-2-1-219,-6 5-91,-3 3-526,0 2 1163,-3 6 113,0 14-153,-4 12-35,4 3 18,2 29-393,14-12-406,1-14 0,2 1-2443,12 19-6977,1-10 8917,-6-15 1,-6-14 0,-5-10 0</inkml:trace>
  <inkml:trace contextRef="#ctx0" brushRef="#br0" timeOffset="12265">24886 1251 22165,'17'50'-1493,"-10"-32"1,5 22-1</inkml:trace>
  <inkml:trace contextRef="#ctx0" brushRef="#br0" timeOffset="12691">25137 1695 30877,'34'-17'842,"-1"23"-1460,-18 23 0,-4 9 44,0-9 0,-3 3 262,-2 27 1,-6-1 174,-3-25 1,-1-1 59,0 14 1,-3-2 72,-17-1-180,13-28-1,-9 2 670,9-24-162,2-2-82,3-33-218,7 0 10,3 9 0,3 0 29,5-14-103,17-7-18,-10 26 42,7 5 0,4 4 216,13 6 185,-8 6 0,2 4 427,22 20-520,-28-3 1,-2 4-167,4 7 0,-3 2 9,8 11-162,-6 6-324,-35-3 162,-19-8 93,2-9 0,-5-3-446,-15-4 0,-3-5-267,-17 3 397,24-9 1,-1-4 392,2-11 0,4-3 1,4 6-1,-18-14 1</inkml:trace>
  <inkml:trace contextRef="#ctx0" brushRef="#br0" timeOffset="13174">25918 1448 22357,'0'-4'3724,"0"1"-3214,0 3-797,2 12 125,2 22 32,3 4 129,1 8 0,2 3-803,-3-12 0,0 0 607,2 17 1,-2 1 181,-4-14 0,-3-1 59,-5-4 0,-2-2 53,-6 13 446,-20-1-242,12-26 74,-5 0 27,12-28-220,9-12-176,3-7 39,13-17 12,1 15 30,4 0 1,3 0-28,9-5 237,6-6 243,13 18 362,-24 16 167,30 9-364,-13 17-522,-13-4 1,2 3-66,6 9 0,-1 1 79,13 10-253,-19-12 1,-5 1 778,-9 3-1686,-7 9-80,-22-6 645,-20-5 604,-5-12-173,-1-11 0,-4-5-485,12-5 1,0-2-60,-16-3 1,0-4-999,11-4 0,5-3 1571,5 1 0,3 1 1,-5-7-1,18 10 1</inkml:trace>
  <inkml:trace contextRef="#ctx0" brushRef="#br0" timeOffset="13841">25199 1583 16695,'2'-7'3273,"1"-29"1,0-6-8031,-3 10 4938,2-9 0,0 2 1721,-6 16-1564,1 12 663,0 1-1021,2 5-47,0 5 18,1 11 3458,0 11-3422,0 18 19,0 14 8,1-22 0,-2 0 3,0 0 0,-1 1-17,-4 24 17,-4-10 121,1-16 187,0-13 201,5-11-96,2-13-290,2-11 15,5-28-77,0 9-30,3 4 1,2 2-23,3-2-1712,5 1 1,1 2 1697,-4 5-69,17-10 103,-25 33-306,4 16-708,-4 18-1515,1 21-788,-3-3 3257,0 9 1,-5-35 0,2-2-1</inkml:trace>
  <inkml:trace contextRef="#ctx0" brushRef="#br0" timeOffset="14248">26694 1688 20055,'0'-4'3084,"0"1"-1160,0 3-1436,-44 3-189,23 7-163,-12 2 0,0 4 29,6 23-136,1 15 95,19 9-39,21-14-63,7-5-173,27-15 462,4-14-69,-19-7 1,2-3 135,4-3 0,-2-2 465,10-5 240,3-20-151,-38 7-181,1-24-260,-23 3-631,-4 8 0,-3-1-400,-11-13 282,-4 11 1,-3 3-163,-6 0-1519,11 13 1,1 1 1364,-3 3-5968,-2 11 6778,18 8 1,-1 0-1,12 0 1</inkml:trace>
  <inkml:trace contextRef="#ctx0" brushRef="#br0" timeOffset="14775">27411 1810 18670,'16'-49'2146,"0"1"0,0-10 1,-2 6-1733,-6 11 599,0-21-796,-8 46-247,-3 2-32,-1 20 157,-18 47-132,6-9-471,1 0 1,-3 9 0,2-2 514,0 5 0,2 2-14,1-2 1,0 4-1,3-4-13,0 0 0,7-1-114,11-6 0,5 3 0,2-7-23,-1-10 1,6-2-752,17 11 0,9 3 0,-3-9-1143,-8-15 0,1-4 2053,6 3 1,3 0 0,-7-5 0,0-5 0,-2-1 0</inkml:trace>
  <inkml:trace contextRef="#ctx0" brushRef="#br0" timeOffset="17348">28503 1764 21678,'-32'-22'1578,"-18"1"-733,24 20 84,-21-4-338,21 3 581,-7-2-471,14 2 190,-2-5 20,14 3-370,-5-3-370,7 4 26,0 0 209,3 2 12,-3 6 101,2 3-337,-7 16 103,-3 8-128,4-2 0,-1 2 147,-7 26-702,7-21 1,1-3 73,-3 10-732,-3 3 517,3-15 530,-3 6 216,4-15 166,3-7 1134,5-13-737,3-2-770,1-7 0,4-15 0,7-7 0,11-13 0,11 7 0,0 8 0,16 1 0,-18 18 0,1 2 0,2 1 0,1 2 0,7 4 0,1 4 0,-6 5 0,-2 3 0,19 12 0,-24-6 0,-5 3 0,2 25 0,-14 3 0,-34 6-1069,-5-35 1,-5-4 806,2-3 0,-2-2-413,-13 0 1,-2-4-4242,3-5 1,1-2 4289,8 1 0,1-2 0,-20-2 0,45 0 1</inkml:trace>
  <inkml:trace contextRef="#ctx0" brushRef="#br0" timeOffset="17574">28476 1732 32767,'59'-10'0,"0"1"0,-3 0 0,-7 0 0,-6 0 0,9-3 0,-23 7 0,6-1 0,-20 4 0,-4 5 0,-8-3 0,0 3 0</inkml:trace>
  <inkml:trace contextRef="#ctx0" brushRef="#br0" timeOffset="17841">29192 2104 29246,'-3'0'3521,"0"0"-3521,3 0 0,14-13 0,0 6 0,37-16 0,-10 13 0,16-5 0,-19 7 0,-12 2 0,-12 2 0,-7 3 0</inkml:trace>
  <inkml:trace contextRef="#ctx0" brushRef="#br0" timeOffset="18291">29643 1643 32767,'-1'-3'0,"0"1"-405,1 2 810,10-45-405,0 31 0,9-34 0,-6 43 0,-4 3 0,-4 1 0,-4 1 0,-1 0 0,-4 4 0,-1 1 0,-4 4 0,3-3 0,0 0 0,2-4 0,1-1 0,2-1 0,1 3 0,0 6 0,0 2 0,0 24 0,0 4 0,1-7 0,-1 2-609,1 0 0,1 2-340,1 1 0,1 2-274,2-1 1,0 0 207,2 0 1,-1-1-3089,0-1 1,-1-2 4057,2 22 0,-5-23 0,-3-17 1</inkml:trace>
  <inkml:trace contextRef="#ctx0" brushRef="#br0" timeOffset="18591">30019 1475 27467,'-1'-4'-418,"0"1"141,1 3 584,39-20-141,-3 43-191,2-11 1,1 5-834,-4 24 1,-6 11 788,-7-14 1,-2 2 0,-2 1-204,-2 3 0,-2 1 0,-3 1 201,-3 0 0,-4 1 1,-3-1-101,-6-1 1,-4 0-1,-4-1-578,-5-2 0,-4 0 0,-4-2 768,-7 1 0,-4-1 0,3-4 1,1-2-1,3-5 0,-1-4 0,1 0 1</inkml:trace>
  <inkml:trace contextRef="#ctx0" brushRef="#br0" timeOffset="19148">31018 1829 18964,'0'-8'4204,"0"2"-3357,0 6 807,0 0-719,-4-3-920,7 18-457,2 20-102,8 25-147,-5-21 1,-1 1-230,0 0 1,0-1-3997,-2 6 1,-1-2 3125,1 9 1,-2-7 0,-3-38 0</inkml:trace>
  <inkml:trace contextRef="#ctx0" brushRef="#br0" timeOffset="19308">30730 2161 31111,'43'-24'196,"1"0"1,-1 1 0,2 1 0,0 2-1,0 5 140,17 8 1,0 5-688,1-1 1,0 2-132,-4 0 0,-2 1 545,-3 0 1,-5 1-1,6 0 1,-16 1-1</inkml:trace>
  <inkml:trace contextRef="#ctx0" brushRef="#br0" timeOffset="20141">26149 3581 25320,'-57'0'27,"-1"-1"1,7 5 0,7 10-25,19 21 1,7 10-1553,-1 9 0,3 5 1471,4-2 0,3 3-87,1-8 0,1 3 1,0 2-149,2-3 1,1 2 0,0 1 0,1-4 9,0-1 0,0-3 0,-1 4-943,-1-5 1,-1 6 0,0 0 0,0-2 0,-1-7-559,-2 9 0,-3-2 576,0-8 1,-1 6 0,-2-2-1,-2-7 1515,-6 2 1,-4-8 1324,-10 1 1,-3-10 838,-23-20-1335,29-23 1,5-9 18,-4-26-206,20 8 0,5-3-200,4 6 0,4-2-291,5 0 0,3-4 0,1 4-306,-1-3 1,5 1 20,9-1 0,6-3 0,0 9-122,-7 12 0,3 3-11,7-5 1,4-2 0,-1 4-19,6 3 1,1 3-564,12-6 1,2 1 470,0 2 1,3 1-31,-14 7 1,1-1 0,-1 1-691,11-4 0,-2 1 779,-4 2 0,-3 0 14,-11 5 0,-4 0 329,7-4-37,-8 0 371,-12 3-186,-16 2 756,-2 4-477,-2-3 3796,-1 1-4043,-2 1-368,1 2-63,1 5-61,2 5 0,-5 8-17,1 12-78,-4 14-510,1 25-291,3-3 252,2 1-1988,2-6 2632,-1-15 0,1-11 0,-1-7 0</inkml:trace>
  <inkml:trace contextRef="#ctx0" brushRef="#br0" timeOffset="20324">26609 3630 22470,'-27'14'-1908,"5"1"1,22 20 0,0-14 0</inkml:trace>
  <inkml:trace contextRef="#ctx0" brushRef="#br0" timeOffset="20749">26863 3800 25197,'37'-19'39,"10"54"-22,-31 18-6,-1 1 0,-4 5 0,-9-7 1,-5-1-789,-1 0 0,-2-1 793,0-3 1,-4-4 51,-18 11 556,7-28-479,0-5 477,1-12-230,5-25-156,1-22-180,5-2 11,12-1 0,4 0-33,4 3 10,8-1 1,6 2-67,20 6 16,3-1 830,-3 20-813,6 26-22,-19-2-20,5 11 0,-2 5 9,0 14 5,-12-11 0,-3 1-11,-2 8-95,-22 14-146,-17-21-380,-18 8 66,2-22-5136,-24-15 5719,27-12 0,-4-1 0,26 1 0</inkml:trace>
  <inkml:trace contextRef="#ctx0" brushRef="#br0" timeOffset="21281">27357 3715 24923,'19'51'177,"0"0"1,-4-10-1,0-2-124,-2-1 1,0-2-15,-1 1 0,0 0-3,-2-1 1,0 1 5,-1 0 0,-3-2 64,-9 10 17,-4-14 34,-3-10 67,2-11 28,4-5-39,2-5-73,2 0-22,-1-3-12,0-4-22,-1-4-28,2-5-17,1-4 6,2-7-11,1-3-1,2-2-16,2 2 11,0 6 6,1 3-23,0 6-22,-3 5 16,13 2-10,3 5-12,16-1 22,6 11-10,5 7-1,4 12 6,0 8-5,-5 5-7,-11 1-27,-15-2 22,-17-3-11,-22-4-5,-5-10-60,-7-7 1,-3-4-210,-18-1-48,14-3 0,0-4-1359,-18-14-8122,12-10 9393,16 1 0,14 5 0,9 10 0</inkml:trace>
  <inkml:trace contextRef="#ctx0" brushRef="#br0" timeOffset="21731">28557 3875 21052,'-5'0'3999,"2"0"-3337,3 0-567,-68-20-22,34 22-57,-6-10 1,-1 4 34,-7 36-34,12 3-1,11-8 1,-1 3 0,7-1 0,3 1-17,-8 20-9,14-13 1,6 0 14,13 10 5,0-14 0,6-2 6,31 8-1,-17-23 1,2-4-188,20 2 233,11-9 106,-7-21 17,-4-6-3353,-7-20 3219,-27 6 2,-14 2 0,-4-2-8,-11-15-31,2 14 0,-5 1 14,-24-11-17,-9 11-33,-4 12-90,4 12-230,10 11-249,15 10-899,14 11 709,22 6-8371,1-4 8304,11-5 0,-15-11 0,-4-3 0</inkml:trace>
  <inkml:trace contextRef="#ctx0" brushRef="#br0" timeOffset="21967">29176 3661 24312,'-22'-44'532,"1"0"0,1 4 1,-2 13-460,-12 37-45,5 6 28,2 19 0,1 9-1165,6-4 1,1 4 1121,1 0 0,-2 5 1,3 0-429,3-2 1,2 2 0,2-1 408,2 2 1,2 1 0,3 0-38,4-3 0,3 0 0,5-1-47,3-4 1,4-1-1,4-1-200,4-3 0,4-2 0,3-2-156,3-2 0,3-2 0,1-3 384,6 0 0,2-2 0,-4-2 1,-4-2-1,-2-4 0,-2-4 1,-1 0-1</inkml:trace>
  <inkml:trace contextRef="#ctx0" brushRef="#br0" timeOffset="24095">30047 3730 23209,'-25'-18'213,"2"4"-62,-34 17-33,-2 0-60,15-2 1,-3 1 42,-9-1 0,3-1-48,18-1 0,3 0-20,-4 1 1,7-1 28,17-1-6,10 2-45,3-1 6,3 7 17,3 6-1,6 11 29,2 9 5,-1 8-17,-3 5-16,-5 2 11,-4 0-23,-4-13 124,-11 12 22,0-20 50,-6 8 158,7-18 212,4-9-17,5-4-257,3-7-169,1-6-33,3-8-67,0 1 73,8-12-62,0 11-45,7-7-28,4 11-5,10 4-17,16 8 36,-17 6 0,2 4-513,7 1 0,1 3 502,3 3 0,1 3-12,-3 0 1,-1 1-162,-5-1 1,-4 2 69,12 17-40,-25-2-56,-31-2-140,-27-2-17,8-17 1,-3-2-413,-6-1 1,-1-2-1764,0-3 1,0-2 2544,7-3 0,2-1 0,-7-1 0,21-3 0</inkml:trace>
  <inkml:trace contextRef="#ctx0" brushRef="#br0" timeOffset="24302">30455 3964 19036,'0'9'4403,"0"-2"-4062,0-7-419,0 0-678,76-24-544,-35 13 883,2 0 0,8-2 1,-10 2-1,-5 4 1,17-4-1</inkml:trace>
  <inkml:trace contextRef="#ctx0" brushRef="#br0" timeOffset="24669">31010 3738 23684,'47'-37'24,"-1"0"1,-2 5-1,-3 13-35,12 39 22,-12 18 23,-16-1-6,-24 7 0,-8 1-502,-8-2 474,-6 4 0,-8-1 8,5-22 1,-4-3 13,-7 7 1,-2-1 5,-1-3 0,1-3 22,1-3 0,2-2 34,-18 7 108,22-11-130,33-10-62,36-9-20,-3 0 1,6-1-643,10-2 0,4 0 566,-15 2 1,2 1 0,0-1-90,1 1 0,1 0 1,-1 0-302,0 0 1,1 1-1,-1-1-1958,0 1 0,-1 0 1,-1 0 1965,13-2 0,-5 1 0,-16 3 0,-4 0 0,3-1 0</inkml:trace>
  <inkml:trace contextRef="#ctx0" brushRef="#br0" timeOffset="24885">31806 3345 26682,'46'12'15,"-1"0"1,1 0 0,-3 5-1,-2 4 1,-6 6-18,-12 12 0,-8 8 0,-1 1-869,-1 1 1,-1 3-1,-5 0 619,-4 2 0,-4 1 0,-5 0-1572,-4 1 1,-6-1-1,-2-1 1824,-1-6 0,-3-2 0,0-4 0,-3 3 0,0-7 0,-8 6 0</inkml:trace>
  <inkml:trace contextRef="#ctx0" brushRef="#br0" timeOffset="27774">12602 9834 10214,'-63'1'1370,"0"0"0,0 0 0,3 0 0,2 0 0,32-1-770,28 0-242,14 0 168,42 0-377,-21 0 0,5 0-973,-1 0 1,3 0 0,2 0 899,10 0 1,1-1-1,3 0-447,-8 1 1,1-1 0,1 0-1,1 0 424,-6 0 1,1-1 0,1 0 0,1 1 0,0-1-17,6-1 0,1 1 0,0-1 0,2 1 0,0-1-349,-6 0 1,0 1-1,2-1 1,-1 0-1,1 0 1,1 1 307,2-1 0,0 0 0,0 0 1,2 0-1,0 0 0,2 0-162,-9 1 0,1-1 0,1 1 1,1 0-1,0-1 0,0 1 0,-2 0 1,-2 0 168,10 0 1,-1-1 0,-2 1 0,0 0-1,-1 0 1,0 0-34,-3 0 0,0 0 1,-1 0-1,0 0 0,-1 0 1,-3 0 33,2 0 1,-1 0-1,-2 1 1,-1-1-1,-3 0-4,12 0 0,-3-1 0,2 1-14,-3 0 0,4 0 0,0 0 0,-4 1-16,0-1 0,-2 0 1,0 1-117,1 1 0,0 0 1,-6 1 322,-10 0 1,-6 1-408,12 3 2174,-74 5-1958,0-5 0,-5 0 5,-6 1 1,-5-1 50,-13 0 1,-9 0-1,5-2-59,6 1 1,-2-1 4,4 0 1,-8 1 0,-3-1 0,1 1-105,14-2 1,-1 1-1,1 0 1,-2-1-1,1 1 113,-4 0 1,-1-1 0,0 1 0,-1 0 0,-1 0 5,2 0 1,-2 0 0,0 0 0,-1-1 0,1 1-1,1 0-302,-4 0 1,1-1 0,1 1 0,0-1 0,-1 0 325,0 1 0,-1 0 0,1 0 0,0-1 0,3 1-133,-2-1 1,3 1 0,0-1-1,-3 0 144,8 1 0,-3-1 1,-1 0-1,0 0 0,2 1 1,3-1 48,-3-1 1,4 1-1,0 0 1,-3-1-51,-2 1 0,-4 0 0,-1 0 0,2 0 0,6-1-6,-4 1 1,6-1 0,-1 0 61,-9 0 1,-1-1-1,7 1 503,16 0 0,1-1-532,-19 0 0,4 0 1873,20 0-2374,7 0 1161,26 1-427,21 1-728,35 0 503,6 0-37,-22-3 1,5 1 0,4-1-286,5-1 0,4 1 0,3-1 1,1 0 242,-8 0 0,0 1 0,1-1 1,2 1-1,2-1-261,-7 1 0,2-1 1,2 1-1,0-1 0,0 1 1,-2 0-1,-3-1 249,6 1 0,-4 0 0,-1 1 0,0-1 0,3 0-18,-1 0 1,2 0 0,0 0-1,1 0 1,0 0 0,0 0-235,-1-1 1,-1 1-1,1-1 1,-1 0 0,1 0-1,-1 0 218,1 0 1,0-1 0,-1 1-1,1 0 1,-1-1 0,2 1 18,2-1 0,2-1 1,0 1-1,-1-1 1,-3 1-1,-5-1 7,1 1 1,-5-1-1,-2 0 1,2 1-65,7-2 1,2 0-1,-3 0 1,-6 1-913,4 1 1,-5 0-76,15-3 0,-16 3 1834,-42 6-739,-30 0 25,-14 1 1,-14 1 0,0-1 328,0 0 1,0 0 0,-2-1-344,6 0 0,0 1 0,-3-1 0,-3 0 37,4-1 0,-5 0 1,-1 0-1,-2 0 1,2 0-1,2-1 2,0 1 0,2-1 0,0 1 1,0-1-1,-3 1-218,4-1 1,-2 1 0,0-1 0,-2 1-1,0-1 1,-1 1 260,1 0 0,-2-1 1,-2 1-1,0 0 1,2 0-1,1 0 1,3 0-288,-4 0 1,3 1 0,1-1 0,1 1-1,-3 0 215,3-1 1,-1 0-1,-1 0 1,-1 1-1,1-1 1,0 1 93,0 1 1,-1-1-1,1 2 1,0-1-1,3 0 1,4 0-137,-17 2 1,5-1 0,-2 1 88,4 0 1,-5 0-1,3 0 1,7 0 302,-9 1 1,12 0-401,-4 3 1461,45-6-899,36-4 1,38-4-1,17-3 1,-7 2-422,-18 1 1,0 0 0,1 0 0,2-1 0,4 1-90,-10 0 1,2 0 0,2 0-1,2 0 1,0 0 0,0 0-1,0-1 1,-3 1-4,6 0 1,-1 0-1,1-1 1,-1 1 0,-2 0-1,-2 0 1,-2 0-17,2 0 0,-3 1 1,-2-1-1,1 1 0,2-1-126,3 0 0,2-1 0,3 0 0,-2 0 0,-3 1 1,-4-1 118,-1 0 0,-5 0 0,0 0 0,2 0-256,0 0 1,4-1-1,-1 0 1,-2 1-1,-6-1 96,15-1 1,-7-1-2168,-7 0 0,-8 1 2605,-13 1 1,0 0 0,-25 5-1</inkml:trace>
  <inkml:trace contextRef="#ctx0" brushRef="#br0" timeOffset="29573">7137 10010 15670,'46'10'1861,"14"-2"-1530,1-7-1578,-13 0 1,6-1 1368,-10 0 1,2-2 0,5 0-46,5 0 0,6-1 1,1 0-1,-5 0-527,3-1 0,-4 1 1,6 0 462,-9 0 0,6-1 0,1 1 0,-1-1 0,-4 1-35,-2 0 1,-3 1 0,-1 0 0,5 0 19,-4-1 1,4 1 0,2-1 0,0 1 0,-2-1 0,-4 1-266,6-1 1,-4 0 0,0 1-1,3-1 280,1 0 1,3-1 0,1 1 0,-3-1 0,-4 1-35,6-2 0,-6 1 0,3-1-238,-8 0 0,3 0 0,0 1 0,-2-1 224,11-1 0,-1-1 0,0 1-280,2 0 1,0-1 0,-5 1 226,0 0 0,-2 1 1,-9 0 0,1 1 0,-9 1 824,0 1-273,6 0 1730,-46 2-2309,-39 0 65,-3 3 1,-5 0-29,4-1 0,-3 0 47,-5 0 1,-5 2 0,4-1-47,4-1 0,-1 0 43,6 0 1,-5 0-1,-2 1 1,2-1-15,-13 1 0,1-1 0,-3 1 172,16-1 0,-1 1 0,-2-1 1,-2 0-1,0 1-127,-1 0 0,-2 0 0,-1 0 1,0 0-1,2 0 0,2 0 3,-6 0 0,5 0 0,-1 0 0,-6 1 0,3 0 0,-7 0 0,-2 0 0,0 0 0,6 0 0,7 0 3,-1 0 1,8-1 0,-5 1 6,1-1 0,-5 1 0,-3 0 0,2 0 1,4 0-655,-12 0 1,4-1-1,2 1 674,10-1 0,1 1 0,-2-1 74,-10 0 1,-2-1-1,12 0 15,-1 0-21,14-1 0,4-1 582,17 0-1604,5 0 2412,23 5-1230,6-3 140,43 3-295,-16-4 1,5-1-75,2-2 1,4 0 0,0 0-19,-5 0 1,0-1-1,6 0-10,-8 0 0,5 0 0,4-1 0,0 0 0,0 0 0,-3 1-470,0-1 1,-3 0 0,0 1 0,1 0-1,4-1 461,-2 1 0,3-1 0,2 1 0,1-1 0,0 1 0,-3 0 0,-3 0-302,2 0 0,-3 0 0,-2 1 0,0-1 0,3 0 293,8 1 0,1-1 0,0 0 1,1 0-1,0 0-130,-3 0 0,0 0 0,0 0 0,1 0 1,3-1 147,-9 1 1,3 0-1,1-1 1,1 1 0,0-1-1,-2 0 1,-1 1 0,2-1 1,-2 0 0,0 0 0,-1 1 0,-1-1 0,-1 0-5,4 0 1,0 0 0,-2 0 0,-2-1 0,-4 1-27,16-1 0,-4-1 0,-9 2 579,-15 0 1,-3 1-331,21-2 0,-10 0 138,-33 2 1301,-25-2-1688,-22 4-270,-25-1 1,-7 1 313,24 0 1,-2 1 1,0 0 0,-6-1 1,-4 1-1,1 0 3,-3 0 0,-2 0 0,-1 0 0,-1 0-14,9 1 1,-2 0 0,1 0 0,-1 0 0,0 0-290,0 0 0,0 0 0,0-1 0,0 1 0,0 1 284,-1 0 0,0 0 1,0 1-1,0 1 0,-1-1-215,-3 1 0,-1 1 0,0 0 0,1 0 1,1 0 210,-3-1 1,2 1-1,0 0 1,-5 1 0,3-1 0,-6 2 0,-1 1 0,-1-1 0,4 1 0,6-2 43,2 1 1,5-1 0,2 1 0,-5 0-43,-2 0 0,-4 1 0,-1 1 0,2-1 0,3 0 199,3-1 1,3 1 0,1-1 0,0 1-172,-12 1 0,1 0 0,4-1-73,0 1 1,6-1-122,9-2 1,9-1 962,18-2-831,35-4 152,33-6-107,-25 3 0,7 0 80,6-2 1,8-2-1,4-1 1,-2 1-95,-3 0 0,-2 2 0,3-1 1,3-1-60,-4 2 0,3-2 0,3 1 0,1-1 0,0 1 0,-2 0 49,-1 1 1,0 0 0,-1 0 0,1 0 0,0 1 0,0-1-6,2 0 0,2 1 1,-1-1-1,0 1 1,-2 0-1,-1 0-128,1 0 0,-4 1 0,0-1 0,1 1 1,3-1 94,4 0 1,4 0-1,1 0 1,0 0 0,-3 0-1,-4 1 17,4-1 1,-5 0-1,0 0 1,4 0 27,-3 0 0,3 0 1,3-1-1,0 1 1,-3 0-1,-6 0-299,2-1 1,-5 1 0,-3 0 0,0 0 306,11-1 0,-3 0 0,-5 0 37,-2-1 0,-10 1 995,-7 1-1269,-21 0 1693,-49 7-1528,-5 1 0,-4 2 388,-1 0 1,-3 0-355,-3 1 1,-6 1 0,-4 0 20,16-1 0,-4 0 1,-1 0-1,1 1 1,1-2 16,-3 2 1,2-2 0,-1 1 0,-6 1 13,5 0 0,-6 0 0,-4 1 0,0 0 0,-1 0 0,4-1 0,4 1-389,0-1 1,4 0-1,2 0 1,-1 0-1,-4 1 399,4-1 1,-5 0-1,-1 1 1,0 0-1,0 0 1,3 0-1,4-1-281,-12 2 0,4 0 0,2-1 0,-1 1 358,-5 1 1,0 0 0,0 0-1,4-1 70,0-1 1,4 1-1,1-1-190,6-1 0,2 0 1,3 0 559,-12 1 0,24-4-492,41-7 100,49-11-137,-25 6 0,5-1 305,5-2 1,5-2 0,3 1-413,-1 1 1,4-1 0,2 1 0,0-1-189,2 0 1,2-1 0,1 1 0,2 0-422,-13 2 0,2 1 0,1-1 0,0 0 0,-2 1 1,-2 1 608,10-2 0,-2 0 0,-2 1 1,-5 1-1,0 0 0,-4 1 1,-5 1-1,-3 0 0,-1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10:02.7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14397 602 32767,'-30'25'0,"-1"0"0,4 3 0,6 6-60,13 9 0,7 8 0,0-3-1036,-2 5 0,-1 2 747,-1-10 0,-1 6 1,0-1-1,0-5 209,-2 9 0,-1-1-226,1-1 0,-2 6 0,-2 1 350,-3-3 1,-2 4 0,-1-2 0,4-9 0,2-6 0,0-1 0,-5 15 0,-1 0 0,1 0 0</inkml:trace>
  <inkml:trace contextRef="#ctx0" brushRef="#br0" timeOffset="327">13846 2125 30113,'-5'-52'-343,"0"1"1,0 0 0,2 1 0,2 0 0,5 6 217,8 5 0,4 2 556,6-7 0,2 1-263,4 4 1,1 0-1393,1 1 0,1 0 1200,-1 4 0,1 2-182,8 0 1,1 3-1487,-8 9 1,0 2 1947,6-4 1,1 0-237,1 3 1,-1 2 248,-8 4 1,0 1-586,12-6 0,-1 0-51,-10 4 0,-3 1-304,21-9 282,-24 4 1172,-15 5-1123,-2 0 3967,-6-1-4235,-2 7 906,-1-2-121,0 6-369,0 0-180,-3 18-8,0-2 92,-6 25 222,0-3-127,1-1 1,0 3-711,1-5 0,1 1-2299,-1 3 1,2-2 2345,-1 12 0,5-26 1,1-10-1</inkml:trace>
  <inkml:trace contextRef="#ctx0" brushRef="#br0" timeOffset="516">14796 732 15744,'-3'-6'2801,"0"1"-5763,3 5 2951,-5 3 0,3-3 0,-4 3 0</inkml:trace>
  <inkml:trace contextRef="#ctx0" brushRef="#br0" timeOffset="1010">15172 555 23377,'-7'42'15,"0"0"0,0 5 0,3 0-10,4-6 1,1 2 5,-2 0 0,-2 4 1,-1-3-311,-2 1 1,-2-2 320,-3 18 1,-3-1-4,2-21 1,-1-4 14,-11 20 199,9-21 125,4-11 628,8-16-285,0-8-483,3-13-83,3-15-3058,2-11 2962,2 3-120,2 7 0,3 0 120,8-10-11,11-14 5,-2 23-27,-5 13-40,18 8 29,-6 19-46,18 10 3307,-17 5-3293,-13-1 1,-2 1 3,-3 4 10,-6 3 1,-3 0 16,-12-3-16,-9 3 0,-6-1-18,-7-6 111,-3 0 0,-5-2-519,0-7 0,-1-2-384,2-1 1,-1-2-2305,-1-1 1,2-3 3135,-1-7 0,18-1 0,9-2 0</inkml:trace>
  <inkml:trace contextRef="#ctx0" brushRef="#br0" timeOffset="1494">15739 553 22151,'7'61'222,"-1"-1"1,-2-11-1,0 1 1,-2-5-139,-2-11 0,-1 0-356,-1 14 1,0 1 366,-2-12 0,-1-2 62,-6 26-17,-1-10-34,0-13 215,2-10-58,3-11 619,3-9-36,3-7-465,1-9-269,0-10 360,4-12-399,4-7 22,7-2-33,5 2-46,-4 12 18,13-3-23,-7 16-16,13-2-7,-3 18 18,5 9-6,4 11-28,1 6-6,-4 4-16,-7-1-6,-12 2 39,-13-2 28,-17 2 1,-17-2-18,-5-8-47,-2-9 0,-3-2-177,-17-1-102,16-5 1,1-2-807,-12-8-390,19-6 1528,12-17 0,14 15 0,3-8 0</inkml:trace>
  <inkml:trace contextRef="#ctx0" brushRef="#br0" timeOffset="2043">16420 1045 15311,'8'-1'4506,"-2"0"-2520,-6 1 605,0 0-1601,33-53-897,-25 39 143,23-38-362,-39 61 823,-12 12-675,-12 18-22,13-13 0,0 1-123,0 2 1,0 0 130,4 1 0,2 0-24,-3 26-18,16-5 12,17-9 10,5-13 1,33-3 56,-8-17-20,-13-5 0,0-2 82,19-14 66,-9-10 23,-8-15-61,-7-11-51,-9-9 45,-8-5-34,-12 27 0,-2 1-56,-6-11 28,-18-4-50,-6 27-22,-12 2-46,-2 9-453,-5 13 39,18 5-1971,-3 19 2436,20 9 0,5-12 0,4 2 0</inkml:trace>
  <inkml:trace contextRef="#ctx0" brushRef="#br0" timeOffset="2527">17180 693 32767,'10'-51'0,"-1"0"0,-1 9 0,-2 8 0,-4 20 0,-2 18 0,-2 17 0,-2 11 0,-1 7 0,-3 5 0,0 2-177,-1 6 0,0 2-403,0-12 1,0 1 0,1-2 104,0 9 0,1 1-82,2-5 1,2 3 0,2-3-466,5 8 1,4-3-71,0-5 1,6-4-2810,9-9 0,5-5 3835,16 5 1,-7-6-1,-12-15 1</inkml:trace>
  <inkml:trace contextRef="#ctx0" brushRef="#br0" timeOffset="3110">18242 750 15810,'-5'-5'4945,"1"0"-3555,4 5-612,0 0-307,-65-44-426,44 33-17,-17-12 0,1 7 50,17 27 17,-19 16-50,11-6 0,-1 0 0,-1 0 5,-7 4 0,-7 5 68,5-8 56,6-7-51,2-3-45,4-4-50,16-7 34,6 0-34,3 0-6,1 2 23,1 4 17,1 10-40,1-2 40,3 14-1,1-5-16,3 11 17,-1 8-46,-4-13 29,0 5 6,-3-18 33,-1 1 44,0-6 254,0-6 1085,0-4-1310,4-11-129,1 3 33,7-14-66,3 5-12,13-8 23,-7 9-6,23-3-12,-15 15 1,7 0 22,1 11-5,5 12-17,-7-2-3,-8 0 0,-2 1 14,-7-1-45,4 17-33,-28-4-3482,-13 2 3408,-7-2-848,-2-13 1,-1-3 8,-4 0-3925,-3-2 1,0-1 3417,11-6 1,-8-1-1,27-5 1</inkml:trace>
  <inkml:trace contextRef="#ctx0" brushRef="#br0" timeOffset="3376">18488 436 19888,'0'-5'5578,"0"2"-5208,0 3-213,-3 11-51,11 26-22,5 24-76,-4-28 1,2 2-986,10 23 0,1-1 988,-10-26 1,-1 1-1,3 15 0,1 6 0,-5-3-779,-7-3 0,-5-1 613,-1 0 0,-4 2 0,-4-2-757,-5-7 1,-4-2 0,-4 0 911,-9 4 0,-5 0 0,4-4 0,3-3 0,2-5 0,-4 0 0,0-1 0</inkml:trace>
  <inkml:trace contextRef="#ctx0" brushRef="#br0" timeOffset="5133">15999 1628 22727,'7'-5'678,"5"22"-468,-1 15 0,0 7-73,0-7 0,-1 3-1147,2 14 0,-2 3 1200,-4-7 1,-1 0-113,1 13 1,-3 3-207,-5-15 1,-3 1 0,0-2-108,-2 10 0,-2-1-1731,-4 5 0,0-5 1966,4-19 0,1-6 0,-1 7 0,7-20 0</inkml:trace>
  <inkml:trace contextRef="#ctx0" brushRef="#br0" timeOffset="7155">10635 2748 11318,'-17'-11'112,"22"-1"128,27 6 102,24-3-112,-9 4 235,0 3 0,2 1-565,-9 0 0,1 0 338,0 1 1,3 1 0,0 0-591,18 1 1,0 1 429,-16-1 1,1 1-1,-2 0-36,12 2 0,1-1 45,-13-1 0,4 1 0,1 0 0,-2-1 14,1 0 0,-2 0 0,3 0-474,3 0 1,4 0 0,1 0 0,-2 0 458,-6-1 1,-1 0 0,0-1 0,1 1 11,2-1 0,0 0 0,1-1 0,0 1 14,2-1 0,-1 1 0,2-1 0,-1 1-418,2-1 0,1 0 0,0 0 0,0 0 423,2 0 1,1 0 0,0 0-1,-3 0-63,-10 0 1,-2 0 0,1 0 0,3 0 43,7 0 1,4 0 0,3-1-1,-2 1 1,-3 0-351,-2-1 1,-3 1-1,0-1 1,4 1 282,-6 0 1,4-1 0,2 0 0,-1 1-1,-1-1 1,-4 1-14,4-1 0,-4 1 0,0 0 1,4-1-1,-5 1 1,4 0 0,2 0-1,-1-1 1,0 1 0,-4 0-10,7 0 1,-3 0 0,0 0 0,4 0-9,-7-1 1,3 1 0,2 0 0,1 0 0,-2 0 0,-2 0 5,1 0 1,-1-1 0,-2 1 0,1 0 0,-1-1-3,1 1 1,-1 0 0,0-1 0,1 1-1,-1 0 9,0-1 1,0 1 0,-1-1-1,1 0 1,0 1 8,-1-1 1,1 0-1,-1 1 1,0-1 0,0 0 11,1 0 1,-1 0 0,0 0 0,1 0 0,-1 0 2,2 0 0,0-1 0,-1 1 0,0 0 0,-2 0-19,1 0 1,-2 0 0,1 0 0,3-1 8,-4 1 0,3 0 0,3 0 0,0 0 0,-2 0 0,-3 0-14,8 0 0,-4 0 0,1-1 0,6 1-2,-10 0 0,4 0 0,3 0 0,2 0 0,-1 0 0,-2 0 0,-3 0-155,6 0 0,-2 0 0,-2 0 1,-1-1-1,1 1 145,-2 1 0,0-1 0,-1 0 1,0 0-1,0 1-5,10-1 1,0 0-1,-2 0 1,-5 0 7,-9 1 1,-4-1 0,6 1-5,1-1 0,8 0 0,2 1 0,-1-1 0,-4 0 1,-5 0 1,-3 0 0,-1-1 0,4 1 2,4 0 1,4 0 0,1 0 0,-2 0 0,-4-1 7,7 1 0,-5-1 0,3 0-7,-9 1 1,4-1 0,1 1 0,-2 0-1,-6 0-8,-2-1 0,-4 1 1,6 0 14,8 0 1,7-1-1,4 1 1,-2-1-1,-6 1-10,5 0 1,-6 0 0,5 1-9,-11-1 1,3 0-1,1 1 1,0-1 0,-2 0 6,3 1 1,-2 0 0,-1 0 0,1 0-11,0 0 0,0 0 0,-1 0 0,-1 0 13,2 0 1,-2 0 0,4 0-1,0 0 1,5 0 0,-2-1 0,-6 1 343,4 0 0,1 0-338,-1-1 0,9 0 0,1 0 0,-8 0 6,-10 0 0,-4 0 0,2 0 4,2 0 0,3 0 0,0-1 0,-2 1 8,4-1 1,-2 1 0,0-1 0,-1 0 0,-1 1 0,0-1-2,-1 1 0,-1-1 0,0 1-10,-2-1 1,0 0 0,-1 0 9,-2 1 0,-1 0 0,1-1 2,4 0 0,1 0 0,-4 1-22,1-1 0,-2 0 6,10 0 0,-4 0 771,0 1-1009,1-1 947,-18 2-4352,-16-2 4323,-14 1 1,-2 0 0,-3 1 0</inkml:trace>
  <inkml:trace contextRef="#ctx0" brushRef="#br0" timeOffset="7988">16086 2434 21472,'-6'3'465,"1"10"-240,5 30-24,-6 7-16,-4 5-17,-7 0-11,-1-3-6,2-7-39,4-10 107,4-13 458,5-11 387,1-8-649,2-5-6,2-17-364,-1 2 89,5-37-67,-2 12-33,1-9 56,-2-5-23,-1 26 0,1-8-95,-3 24-151,1 8 22,-1 11 56,0 11-212,2 15-595,1 15-2487,3 11 3395,0-5 0,-2-18 0,-2-14 0</inkml:trace>
  <inkml:trace contextRef="#ctx0" brushRef="#br0" timeOffset="8939">10243 2761 12858,'-48'-8'1847,"0"0"0,1 0 0,-19-2 0,9 1-1035,7 4-269,8 3-196,8 1-196,9 3-145,8 1-34,8 2 45,9 2 163,48 2-152,-9-4-155,-2-3 0,6 0 127,0-3 0,2-1 0,-2 0-422,0 0 0,2 0 407,12 0 0,6-1 0,-7 1-8,-14 0 1,-1 1 12,9 0 1,4 0 0,-6-1 17,-13 2 1,0-1-1009,13-2 0,7-1 0,-9 1 1011,2-2 62,-3-1 0,-5-1 391,-22 2-5,-6 1-487,-28 1 28,-27 4 8,5 1 1,-5 2-164,-14 1 1,-4 2 171,13-1 0,-1 1 0,-2 1 465,-3 0 0,-1 1 0,1 0-452,-1 1 0,0-1 0,1 1 3,4-1 1,1 0 0,2 0-194,-13 2 0,5-1 202,15-2 0,4-1 70,-3-1 118,29-3 1137,31-7-1188,31-7-143,-9 2 1,6-3-197,2 1 1,5-2 0,1 1 112,-4 1 1,1 0-1,1 0-148,-6 1 1,3 0-1,-2 0 1,-3 2-342,-3 0 0,-3 2 0,0-1 536,21-2 0,-8 1 0,-13 3 0,-3 0 0</inkml:trace>
  <inkml:trace contextRef="#ctx0" brushRef="#br0" timeOffset="47951">9949 2944 19204,'1'-42'1042,"0"0"0,-1 0 0,-3 5-23,-7 8-565,0 4-292,1 6-263,6 13 51,2 7 67,1 22 5,2-3 113,2 36-61,-3-22 0,1 2-22,-2 3 1,-1-1-229,0 1 1,-1-1 234,-2 0 1,-1-1 71,-5 20-52,4-18 0,-1-1 133,-4 17-38,3-15 464,5-24-413,3-16 82,0-11-104,2-26-83,0-12-76,0 13 0,-1-2-94,0 1 0,0 1 55,-3-23 11,0 23 0,0 1 152,-8-23 0,0 8-103,0 11-118,4 27-59,3 9 121,1 19 101,2 33-10,0-5-49,0 9 0,0 2 210,0-3-231,0-3 1,0 0 56,2 15 69,0-7-97,0-11 10,0-30 103,-1-17 48,0-18-182,-1-7 15,0-23-21,1 14 0,-1-2-6,0-2 1,0 0-133,0-6 1,-1 0 188,-2-17 452,-1 23-619,-5 11-49,2 21-6,-6 11 738,5 9-351,-8 42-242,10-17-1249,2 4 1,2 1 1239,9 13 0,-3-8 0,2-20 1</inkml:trace>
  <inkml:trace contextRef="#ctx0" brushRef="#br0" timeOffset="50217">7231 4532 21086,'0'-52'1050,"0"0"0,0 0 0,0-20 1,-1 19-821,-1 42-6,-2 4-163,2 8-44,0 18-6,3 23-25,0-8 0,0 2-359,0-3 1,0 2 254,-1 14 1,-2 3-575,-2 6 0,-2 2-2262,1 2 0,-1-1 1542,-1-2 0,1-2 1412,0-2 0,1-8 0,2-13 0,-1 10 0</inkml:trace>
  <inkml:trace contextRef="#ctx0" brushRef="#br0" timeOffset="50407">7166 4544 14189,'4'-48'870,"0"1"0,-1-1 1,1 4-1,0 0 1,0 1-591,2-9 0,1 1 148,0-8 1,0 4-348,-1 22 1,0 3 252,3-12 0,4 2-491,16-4-269,13 15 17,-5 15-331,15 13-1714,-14 21 2454,5 23 0,-21-16 0,-9 7 0</inkml:trace>
  <inkml:trace contextRef="#ctx0" brushRef="#br0" timeOffset="50773">7096 4638 22027,'36'-43'46,"0"1"0,-3 9 1,3 1-1,-5 7-135,16 2-723,-11 8 0,7-2 0,-3 2 529,-2 3 1,0 1-60,18-5 1,0 1-4,-14 3 1,-3 1 64,20-5 69,-22 3 0,-3-3 356,8-6 854,12-11-36,-26 8 129,-12 1-50,-11 3 977,-8 0-1493,-2 5 1190,-8-3-1245,3 10-225,-4-2-156,2 11-62,-3 11-51,-2 14-55,1 15-129,3 12-303,7 7-627,7 4-85,2-31 1,1-1-6911,7 28 8132,2-14 0,-6-20 0,-2-13 0</inkml:trace>
  <inkml:trace contextRef="#ctx0" brushRef="#br0" timeOffset="50941">8132 3869 15592,'0'-9'4480,"0"1"-4376,-11-21 0,-4-2-620,7 15-139,-18-41 398,23 64-1816,3 28-3764,0 7 5837,2 14 0,-2-24 0,1-12 0</inkml:trace>
  <inkml:trace contextRef="#ctx0" brushRef="#br0" timeOffset="51408">8350 3936 25163,'13'25'73,"1"16"-79,-7-1 1,-1 6-891,-1-1 1,-1 0 886,0-1 1,-1 0-1,-3-2 1,-1-2 287,-2-3 1,-2-2-269,-6 24 95,-3-16 24,4-21 473,3-11-368,4-17-50,1-9 11,0-15-101,1 1 146,9-27-84,3 19-67,8-14-51,2 20 909,1 10-948,3 8 11,5 7-22,6 12-22,5 7 16,1 11-17,-3 5-11,-10 4 6,-11 3 28,-14 2-6,-19 1-67,-18-3-145,-18-4 16,3-11-485,10-10 1,-1-2-3122,-10-4 256,-8-2 2821,25-11 0,22 2 1,3-1-1</inkml:trace>
  <inkml:trace contextRef="#ctx0" brushRef="#br0" timeOffset="51858">8953 3855 20128,'3'-4'4403,"-1"1"-2908,-2 3-1299,11 71-156,-7-34-296,3 19 0,0 5 267,-5-24 0,-1-1-6,1 10 1,-1 1-3,-2-2 0,-2 0-1,0-4 1,-2-2 11,-1-4 0,-2-2 9,-8 18 169,4-18 43,4-16 6,5-15-101,3-15-28,1-16-17,6-17 17,6-11-45,-4 26 0,2 1 79,13-28-56,1 10-57,2 12-5,0 11 410,4 12-444,5 7 29,-4 8-49,1 11 1,-1 3 8,-1 3-3,0 4 1,-3 2-31,-9 11-1,-4 12-27,-20 2 0,-18-2-62,-20-7-197,15-23 0,-2-2 43,-2-4 0,0-3-697,-29 3-1356,14-9 2347,18-14 0,16 5 0,9-5 0</inkml:trace>
  <inkml:trace contextRef="#ctx0" brushRef="#br0" timeOffset="52241">9754 4063 20156,'-2'4'2896,"0"-1"-1709,2-3-587,-62 47-1271,30-15 763,-7 3 1,1 3 14,14 8 277,11-1-345,8-2-11,11-2 163,7-5-163,26-2-17,-9-15 28,26-5 45,-20-14 566,5-7-543,-13-2 386,-1-32-376,-17 18 79,3-30-73,-14 18-39,-5-11-39,-5 4-28,-4 7-39,-6 12-96,-4 11-207,-6 13-476,1 13-1170,4 11 1971,12 10 0,6-14 0,8-1 0</inkml:trace>
  <inkml:trace contextRef="#ctx0" brushRef="#br0" timeOffset="52591">10240 3937 21047,'2'-9'3713,"-1"2"-2929,1-25 1,-2-6-141,-4 13-465,5-15 0,-4 5-33,-6 26-129,3 9 27,-7 14-21,-6 15-12,1 6 0,-1 3-8,4-10 0,1 3-1043,-3 11 1,-1 7 0,3-5 991,5-11 1,1 0-52,-1 8 0,0 4 0,4-4-268,5-3 1,5-2-371,10 12 1,4-2 19,11 9-751,9-28 1,2-7-68,-3-11-507,-1-8 1,2-4-1880,10-15 2921,-13-2 1,1-3 1351,-7 2 1,-1-2-28,2-3 0,-3-1-146,4-5-100,-6-2-1474,-15 13 1395,-2 1 0,-5 8 0,-3 7 0</inkml:trace>
  <inkml:trace contextRef="#ctx0" brushRef="#br0" timeOffset="53267">10635 4140 21075,'15'-38'2397,"-3"6"-1574,-7 21-593,-3 4 179,0 0-40,-2 2-307,1 1 62,-1-1-46,0 0-61,0 1-62,0 1 118,0 2 0,0-4-6,0-2 56,0-5-33,0 1 151,0-1 201,0 1-140,0 3-50,0 1-112,-1 5-50,1 2-73,-5 8 5,-3 7 23,-4 15-34,0 0-3,2 1 1,0 2 2,-2 18-617,5-14 0,1 1 606,4 8-22,26 12 10,-9-35 7,27 11 5,-15-29 5,0-3 35,15-17 4,-14-5 29,13-15-6,-9-5-27,-9 7 156,9-20 39,-14 22 1257,2-8-1317,-13 23-175,-5 8 0,-2 8 0,-1 8 0,-1 11-3392,1 14 3392,-1 0-353,2 27-95,5-13-118,-1-10 1,1-1-532,6 13 1097,0-15 0,0-3 0,-3-8 0,7 9 0</inkml:trace>
  <inkml:trace contextRef="#ctx0" brushRef="#br0" timeOffset="53492">11294 3850 23685,'-2'-10'3120,"0"2"-2375,2 8-129,0 0-532,-11-29-17,21 54-45,-2-3-22,7 22 0,2 9-698,1 3 0,0 2 567,-7-16 0,0 1 1,-1-2-94,3 10 0,-5 2-3053,-8 7 0,-5 6 0,-1-8 2012,2-19 0,-2-3 0,-7 30 0,0-11 0,6-40 0</inkml:trace>
  <inkml:trace contextRef="#ctx0" brushRef="#br0" timeOffset="55325">8837 5118 19624,'10'-46'1333,"-1"0"0,-1 6 0,-1 5-571,-2 10-174,-3 9-252,-1 8-240,0 5-130,-1 4 34,0 14 67,1 18 6,0 31-824,-1-20 0,1 2 779,-2-5 0,-1 2 18,-2 5 1,-1 6 0,-1-3-8,-2 6 0,-1 2-32,1-4 1,0 4 0,1-2-36,1-11 0,2-1 0,0-1-208,1 19 1,4-2-1745,5-7 0,3-3 1980,1-10 0,0-5 0,9 6 0,-8-22 0</inkml:trace>
  <inkml:trace contextRef="#ctx0" brushRef="#br0" timeOffset="57819">6666 6261 11267,'-42'-12'603,"-1"1"0,2 0 1,9-1 1255,23 1-1035,1 2-701,3 2-168,5 5-28,6 1 79,7 2 33,22 5 23,11 0-29,9 5-324,-16-6 1,4-1 319,-1 0 1,3-1 0,-1 0-643,10 1 0,4-1 617,-3 0 0,9 0 0,1-1 1,-5 1-749,-2-1 0,-2-1 0,3 1 746,-8 0 0,3 0 1,2 0-1,-1-1 1,-3 1-9,9 0 0,-3-1 1,4 1-406,-7 0 1,5-1 0,1 1 0,-2-1 0,-7 0 419,0 0 1,-5 0-1,6 0 25,-2 0 1,8 0 0,4 0-1,0 0 1,-2 0 0,-5 0-271,1-1 0,-4 0 0,-1 1 1,4-1 291,-5 1 0,4-1 0,2 0 0,0 1 0,-2-1 0,-4 1-181,4-1 0,-4 0 0,0 0 0,5 0 193,-4 1 0,4-1 0,2 0 0,1 0 0,-2 0 0,-3 0-65,10 0 0,-4-1 1,0 1-1,5-1 30,-7 1 1,5-1 0,3 0-1,-1 0 1,-2 1 0,-5-1 27,6 0 0,-6 0 0,1 0 0,5-1-33,-14 1 0,4-1 0,3 0 0,0 0 0,-1 0 0,-1 0 0,-2 0 12,4 0 0,-3 1 1,-1-1-1,2 0 1,3 0 0,-3 0 1,3 0-1,2 0 1,1-1 0,-2 1-1,-1 0 1,-4 0-12,0 0 0,-4 0 1,-1 0-1,1 0 0,3 0 17,6-1 1,3 1 0,2-1 0,0 0 0,-2 1 0,-4-1-25,8 1 1,-5-1 0,0 1 0,4-1-11,-7 1 0,3 0 0,3-1 0,-1 1 0,-2 0 0,-5 0 113,2 0 1,-5 0 0,0 1 0,3-1-176,4 1 1,3 0 0,2 0 0,-3 0 0,-8 0-66,-1 0 0,-7 1 0,7 0 114,-4 0 0,7 0 0,4 0 0,-1 0 0,-6 1 0,-10-1 0,2 0 0,-4 0 0,7 1 0,0 0 0,-1 0 0</inkml:trace>
  <inkml:trace contextRef="#ctx0" brushRef="#br0" timeOffset="58761">6492 6348 10214,'0'-7'6391,"0"1"-4492,-3-53-594,2 35-910,-1-10 0,0 2-211,0 22-379,2 7 133,0 13 207,0 12 40,3 34-157,-2-11-192,1-4 1,0 1 165,-2-9 1,1 1-9,-2 9 1,1 2 13,-1 0 1,-1-1 13,0-4 1,0-1 24,-1-4 1,0-3 148,-3 16 319,0-18 477,2-15-230,1-13-566,-1-17-101,-1-16-45,-2-4-2,2-5 0,-1-3-301,2 8 1,1-1 325,-2-17 0,0 0-29,3 18 1,0 1 148,1-8 1,1 4 41,1 1-179,1-4-112,1 30 28,1 21 45,5 19-12,3 22-10,-1 1 159,-2-1 1,-2 4-161,-3-12 1,0 1-417,-1-2 1,1 2-1,0 0 293,-1 10 1,1-1-295,0-2 0,2-2-185,-2-13 1,2-1 607,4 5 0,-1-5 0,-1-10 0,3 6 0</inkml:trace>
  <inkml:trace contextRef="#ctx0" brushRef="#br0" timeOffset="59711">4987 8260 14869,'-3'-48'2221,"-1"0"1,0 9 0,1 6-1639,1 15-657,1 15-10,-3 13 107,1 19-46,-1 23-16,1 1-118,1-5 1,1 3-739,2-13 1,1 0 149,0 18 1,1 1-1251,1-11 1,0-2 53,0-9 1,-1-2 1940,5 27 0,-5-39 0,0-2 0</inkml:trace>
  <inkml:trace contextRef="#ctx0" brushRef="#br0" timeOffset="59904">4890 8402 13771,'-6'-42'1194,"-1"0"0,1-1 0,0-2 1,1 0-1,1 2-584,2-7 1,1 2-1172,0 1 0,2 1 645,1-1 0,2 3-106,9-12 25,15 11-126,0 17-154,2 14 0,2 6-765,12 10-521,15 18-1708,-29 33-962,-15 4 4233,-12-18 0,-3-2 0,-1-6 0,0 1 0</inkml:trace>
  <inkml:trace contextRef="#ctx0" brushRef="#br0" timeOffset="60245">4854 8578 17756,'20'-55'35,"-1"0"1,1 7-1,3 6-251,10 11 1,3 7-1174,-1 2 1,0 3 1203,-6 5 0,0 1-361,14-3 0,-1 2-296,11 0 713,-17 4 1,0 2 783,10-2-324,-10 0 555,-9 0 368,-8-1 2051,-5-4-2476,-6 4 1749,-2-4-1423,-5 8-321,0-1-403,-1 4-307,-2 2-108,0 5-10,-9 13-62,1 8-151,-4 16-191,6 4-352,11 3-791,7-1-2962,7-4 4503,-1-11 0,-5-14 0,-5-9 0</inkml:trace>
  <inkml:trace contextRef="#ctx0" brushRef="#br0" timeOffset="60445">5648 7715 20509,'-27'30'-2935,"11"13"-1700,18-9 0,3 1 3220,4 18 0,-3-16 0,-4-26 0</inkml:trace>
  <inkml:trace contextRef="#ctx0" brushRef="#br0" timeOffset="60886">5814 8185 18767,'0'-7'3972,"0"2"-3572,2-28 0,2-6 194,-2 14-496,1-16 0,0 6-244,-3 27 57,4 14 117,4 14 0,7 16-34,5 13 6,0 11-3,-11-27 1,-1 0-137,-2 2 0,-2 0 155,0-1 1,-3 0 3,-4 3 0,-1-2-9,-3 9 62,-7 3 324,5-30 180,0-6-352,1-16 10,1-16-33,-1-14 254,2-9-316,3-7-28,9 0-61,-1 11 44,13-6-95,-4 23 6,9-5-6,1 18-6,6 6-33,6 12 22,2 10-11,-1 14-50,-7 9-1,-9 4-83,-10 5-197,-8 2-464,-9 0-1384,-5-4-918,-2-14 3125,-1-5 0,8-19 0,1-2 0</inkml:trace>
  <inkml:trace contextRef="#ctx0" brushRef="#br0" timeOffset="61613">6547 7979 15911,'-2'-5'7981,"0"1"-7432,2 4 622,-28-67-880,18 47-78,-6-18 0,0 6-45,12 28-247,0 1 29,2 22 56,1 14-6,0 9 5,0-8 1,2 1-6,-1-3 0,0 3-461,-1 19 1,0 4 454,-2-10 1,0 1 7,-1 7 1,-2-3-6,2-20 1,-1-3-21,-7 32 34,4-26 12,0 0 38,4-18 387,1-17-347,7-31-73,-1 3 23,7-31 49,8-2-88,-3 11-1237,0 12 1,1 4 1235,-2 9-5,12-13-1,1 23 1,6 3-28,11 10 10,-10 7-32,9 13 4,-11 3 3393,11 17-3336,-15-5-23,-7 9-5,-18-16-45,-29 13-227,-7-20 1,-5-2 102,10-2 1,-3 0-2322,-30 0 0,1-5-1929,12-7 4430,7-5 0,5 0 0,15-1 0,2-3 0</inkml:trace>
  <inkml:trace contextRef="#ctx0" brushRef="#br0" timeOffset="62370">5867 8161 12309,'0'-7'6200,"0"2"-5209,0-23 1,0-8 790,-4-6-1558,3 4 0,-1 0 857,-9-5-572,4 27-324,-1-2 73,3 11-236,3 6-33,0 0-51,1 3 68,1 5 22,0 8-17,0 2 17,-1 15-6,1 5-22,0 1 0,0 2 6,0-1 0,0 2-300,0 12 1,0-1 307,0-15 0,0 0 22,0 16 1,0-3-3,0 0 36,0-3 0,0-3-14,0-13 140,0 22-55,1-34 43,0 4-88,0-15 391,-1-5 398,0-3-87,0-10-753,1 1 6,-1-18-18,2-13-28,7 8 1,2-1 0,8-26-9,-3 27 0,2 3 9,3 1 16,8 3-16,-11 16 0,9-1-12,-2 11-39,3 7 34,3 6 17,1 3-12,-4 4 23,-6 3-12,-11-7 46,-5 8-40,-11-11-11,-30 22 0,-9-7-666,8-7 1,0-2 620,-20 7-242,19-12 0,2-2-592,-2-1-2840,-9 1 3719,28-15 0,10 1 0,5-3 0</inkml:trace>
  <inkml:trace contextRef="#ctx0" brushRef="#br0" timeOffset="63704">7155 8167 16303,'2'-4'5831,"-1"0"-5422,-1 4 285,15-64-380,-12 43 47,4-17 0,-4 5-221,-8 28-129,-4 4-8,-12 22 0,-2 9-3,-5 5-611,-6 12 1,-2 4 615,13-14 1,3-1-1505,-1 0 1,1 2 1481,3 11 1,5-2-1,13 8-39,3-18 1,7-4 66,28 1 40,15-17 22,9-18-6,-12-7 92,-15-8 1,-3-5 193,4-15-160,-13 9 1,-3-3 364,-4-25-463,-9 10 3178,-16-15-3200,-3 29 0,-2 1-34,-9-18 67,-1 16 1,-2 5-119,-7 9-206,-28 5-180,18 33 873,3 1-2262,18 37-5996,28-18 7783,6 13 0,2-27 0,-2-13 0</inkml:trace>
  <inkml:trace contextRef="#ctx0" brushRef="#br0" timeOffset="63944">7801 7932 21853,'-10'-53'1032,"1"0"1,-5 2 0,-3 14-955,1 29 45,-32 26-582,22 2 484,-3 11 1,1 5-29,7 1 0,2 1-215,-2 0 1,2 4 179,4 14 1,1 8 0,3-7-380,3-13 0,4 0 323,0 13 1,3 7 0,6-9-123,7-13 0,6-5-473,17 11 1,5-4 125,-12-15 0,3-5 563,23 4 0,-2-8 0,-20-9 0,16 0 0</inkml:trace>
  <inkml:trace contextRef="#ctx0" brushRef="#br0" timeOffset="64878">8233 8112 19568,'-2'-4'4515,"1"1"-4263,1 3-292,-8-18 63,14 20-12,0-11 11,19 24 12,11 5-23,-11-7-22,9 6 11,-23-12 11,2 3 163,-12-2 95,-10 3-163,1-1 96,-13 2 140,0-6-118,1 0-112,3-4 235,7 0-95,7-2-190,0 1 369,2-1-398,0-7-21,-1 3 10,-1-9 34,-1 1-50,0 1 5,-2-5-22,3 8 16,0-2-5,2 2-5,3-2 5,0 2 11,5-4 6,11 3-17,3 1-17,3 2 6,16 8 16,-17 2-38,32 14 10,-31-7 1,12 10-45,-12 15 95,-13-5-23,1 21-27,-21-11 5,-9 1 6,-8-4 11,3-10 11,-10 4 28,15-17 51,-6 3 33,12-13 73,3-5-112,4-2 106,-2-7-156,4 2 0,0-9-29,6 6 6,6-4-27,11 5 16,9 3 5,10 6-27,5 7 5,-6 2-39,15 14 0,-25-4 6,7 11-12,-25 5 45,-10-11-33,-17 12-29,-13-12-94,-17 4-214,-10-4-50,25-14 1,0-2-732,-1-1 0,1-3-8663,-26-3 8225,21-3 1,15-2 0,17 1 0</inkml:trace>
  <inkml:trace contextRef="#ctx0" brushRef="#br0" timeOffset="65121">8706 7893 22783,'1'-6'2627,"0"2"-2050,-1 4-465,74 48-93,-50-23 1,0 4-795,10 4 1,5 3 0,-6 0 779,-8 2 1,-5 3-29,-6 2 1,-3 5 0,-5-2-1315,-9 10 0,-6-1 1176,5-11 0,0 1 0,-7 1 161,-12 1 0,-8 3 0,-2-3 0,6-7 0,7-8 0,0-3 0,-9 8 0,0-1 0,0 1 0</inkml:trace>
  <inkml:trace contextRef="#ctx0" brushRef="#br0" timeOffset="68716">6164 9700 17042,'6'-61'2080,"0"0"0,2-3 0,1 5-1862,-3 24 1,0 3 206,8-28 219,-8 38-336,-2 9-280,-2 4-61,-1 12 83,-1 16-16,0 24-26,0-9 0,0 4-714,-1 9 1,0 3 696,-1 6 1,0 3-54,0 3 1,-1 0-135,1-19 0,0 0 0,1 1-727,0 0 1,0 0 0,1-2 922,2 15 0,0-6 0,0-15 0,-1-5 0,3 4 0</inkml:trace>
  <inkml:trace contextRef="#ctx0" brushRef="#br0" timeOffset="69416">4664 10511 8885,'-62'3'731,"1"1"1,12-2 0,5 1-950,-14 2-1,38-1 772,16-2 361,25 1 88,26-2-487,-6-2 1,6 0-919,7-1 1,8-1 0,0 0 603,-14 0 1,1 1 0,1-2-1,0 1-452,2 0 0,1 0 1,0-1-1,2 1 326,-5-1 0,1 1 0,1-1 0,-1 0 0,0 0-17,9 0 1,-2 0 0,2-1 0,2 1-328,-12 0 0,3 0 1,0 0-1,2-1 1,1 1-1,1-1 290,2 1 1,2-1-1,2 0 1,1-1 0,-2 1-1,-1 0 1,-4 0-274,5 0 0,-4 0 0,-1 0 0,0 0 0,5 0 262,-5 0 1,2 0-1,3 0 1,0-1-1,0 1 1,-1 0-1,-2 0-60,1 0 0,-1 0 1,-1 1-1,-1-1 0,0 1 1,-2 0 41,3-1 0,-2 0 0,0 1 0,0-1 1,3 1-77,1 0 0,3-1 0,2 1 0,-1 0 0,-4 0 0,-4 1-1104,-1 0 0,-4 1 0,-3 0 0,2 1 1188,3-1 0,2 0 0,-3 1 0,-4-1 0,16 1 0,-10 1 0,4 0 0</inkml:trace>
  <inkml:trace contextRef="#ctx0" brushRef="#br0" timeOffset="70698">4376 10588 12068,'16'-21'1524,"-3"5"83,-13 16 1748,0 0-3092,-9-4-133,-2 0 10,-10-2 0,-2 2-90,2 2 118,-21 1-61,2 1-60,7 1 1,-2 2-265,-1-1 0,0 2 306,-5 2 1,-1 0 19,-3 0 0,1 1-48,8-2 1,0 1 89,-7 0 1,-3-1-1434,-6 0 0,1-2 1355,14 0 0,-1 0 67,-14 0 0,3-2 134,5-1-43,-7-3-41,7 0-22,10-3-6,6-2-111,12 3 439,3 0-462,11 3 3263,0-1-3498,2 2-213,2-1 285,4 1 146,3-2-5,4 0 16,-5 1 41,-2 0 15,-4 2 252,-1 0-391,-1 2 94,0 9 23,-1 12-11,-2 18 0,-1 16-241,1-22 1,-1 1 183,1 2 1,0 4-397,1 10 1,1 6-1,0-8 1,0-15-1,0-2 1,2 24-1,-1 0 1</inkml:trace>
  <inkml:trace contextRef="#ctx0" brushRef="#br0" timeOffset="71716">3058 11945 20050,'2'-56'1323,"0"-1"1,-2 15 0,1 6-1117,2 6-89,-3 26-174,0 9 56,0 14 22,1 42-16,0-8-715,-1-3 0,1 3 709,-1-11 0,-1 1 11,-1 13 0,-2 2-488,0 1 0,0 1 482,0-14 1,-1 2 0,1-4-1,0 3 1,1-2-15,0 11 1,1-4 14,2-1-12,0 0 17,0-19 79,0-16 1272,-1-29-1351,-1-4-28,-1-36 17,-1-9 443,2 19 0,0-5-379,0-14 0,1 0-471,-1 19 1,2 0 476,-1-16-1,2 1-27,0 24 1,1 0-157,0-7 0,2-1 139,1 3 0,2 1-3,7-7 1,2 2-23,9-15 22,-1 19 1,4 4-1,20-5-22,-16 17 0,2 2 11,0 3 0,2 5-31,3 2 1,0 6-26,18 10-36,-11 18 75,-30 4 18,-28 20-24,-27 2-9,6-18 1,-8 3 0,1-1-1339,-8 4 1,0-1 1324,9-8 0,-1 1 1,3-4-57,6-4 1,3-3-150,-15 9-4359,11-10 4598,2-2 0,17-11 0,9-4 0</inkml:trace>
  <inkml:trace contextRef="#ctx0" brushRef="#br0" timeOffset="73049">3242 11810 16846,'-43'-12'513,"0"1"1,4-1-1,12 5-267,25 7 35,31 3-57,7-2-137,-3-1 0,2-2-384,0-3 1,0-1 377,4-3 0,1-2 0,2-1 0,-1-1-14,-1 0 1,-1 0 91,-4 0 0,-2 1 93,15-7 218,-21 7-229,-22 7-325,-24 10 23,-23 8 41,9-1 0,-3 1-230,-6 2 1,-3 1 240,-4 2 1,-1-1 25,1-1 0,0 0 27,5-2 1,1-1 39,8-3 0,3-2 151,-11 4 90,21-8-224,15-2 89,15-8-61,14-6-22,22-12-168,-13 10 0,2-2 97,5-1 1,2 0 478,1 0 1,1 0-643,12-3 1,-1 2-148,4 0-359,-20 6 0,-6 5-4397,-19 11 5030,-2 2 0,-5 0 0,-4-1 0</inkml:trace>
  <inkml:trace contextRef="#ctx0" brushRef="#br0" timeOffset="73616">3157 12131 21579,'-12'-1'212,"5"-1"-178,18-5-23,11-5 23,15-5-6,9-2-23,3 1-21,-9 4 44,-13 6 5,-13 4-33,-19 7-17,-4 2-22,-26 10 39,-8 4 31,13-7 0,-1 1-9,0-1 1,0 1 10,-21 9-22,16-6-55,16-5-96,12-6 72,7-2 158,9 0-12,9-1-38,13 0 21,12-7-4,6-4 10,5-7-28,-13 3 51,20-9-6,-10 2-62,0 0 51,-5 2 67,-27 11 140,-4 2 28,-8 3-207,-14 3-101,-19 8 0,1-2 22,-27 14-38,15-6-68,-5 3-180,14-7-441,14-5-3161,20-1 3866,7-3 0,1 1 0,-2-2 0</inkml:trace>
  <inkml:trace contextRef="#ctx0" brushRef="#br0" timeOffset="74632">3847 12196 18705,'-5'-62'1922,"1"13"-860,4 48-1280,0 0 516,0 10-282,0-3 176,0 17-147,-1-3 476,0 12-465,-3 0-51,1-6-5,-4 12-22,3-12-129,-1 10-51,1-14-734,1 2-8895,0-3 8357,1-6 0,1-3 1,1-10-1</inkml:trace>
  <inkml:trace contextRef="#ctx0" brushRef="#br0" timeOffset="74842">3947 11863 21767,'1'-42'306,"-1"1"0,1 4 1,-2 9-520,-3 21-398,0 7-336,0 10-2078,-1 10-6806,0 12 8392,1-6 0,2-7 0,2-14 0</inkml:trace>
  <inkml:trace contextRef="#ctx0" brushRef="#br0" timeOffset="75332">4250 11740 23612,'-2'-37'31,"0"-1"0,-1-21-98,2 71 83,9 30-10,-1-6 0,0 4-4,1 6 1,1 3-1646,-1 7 1,-1 0 1642,-4-17 0,-1 1-3,-2 19 1,-3-1 123,0-20 0,-1-1-118,-3 14 0,0-2 2,-5 3 79,-5-3 180,9-30 27,-1 1 588,4-22-587,2-12 2338,-1-14-2529,2-12 613,9-10-680,8-1-12,11 1 6,7 9-28,3 8-22,-1 12-23,-2 10 23,-8 8-29,10 17 7,-9 5-12,11 15-23,-12 0 29,-10 1 16,-16 2-100,-18 2-24,-6-9-343,-3-6 0,-5-3-1129,-16 4-793,14-9 1,0-2 2422,-10-4 0,19-7 0,15-3 0</inkml:trace>
  <inkml:trace contextRef="#ctx0" brushRef="#br0" timeOffset="75832">4905 11682 22201,'14'43'110,"1"1"0,-2 0 0,-3 0-65,-10-2 0,-3-1-342,-1 3 0,0-1 353,-2 1 0,-2-2 93,-1-1 1,-2-1-94,-3 1 0,0-3-12,-6 10 231,-3-2 117,13-32 526,2-2 91,4-10-137,5-9-648,2-10-95,5-11-68,6-9 12,8-6-22,4 0-18,5 4-5,8 2-28,-12 14 17,4 4 0,2 12-23,-1 6-5,14 10-17,-7 12 0,-3 11 17,-11-2-17,-4 17 22,-14-21 1,-16 31 10,-15-23-25,3-10 1,-4-1-246,-2-6 1,-1-3 115,-2-1 1,-1-3-389,-30 4-679,10-12-2666,16-16 3882,21-21 0,9 13 0,10-6 0</inkml:trace>
  <inkml:trace contextRef="#ctx0" brushRef="#br0" timeOffset="76181">5727 11864 20816,'-31'35'262,"-1"1"0,0-1 0,-11 16 0,8-3-211,13 9-12,10-4 51,16-9 328,12-10-43,11-10 117,7-10-44,1-7-4,0-10-69,-4-7-93,-8-2 480,3-26-622,-17 16 39,4-31-39,-12 14-22,-4-12-1,-2 6 12,-3 9-78,0 12-113,1 11-341,1 8-1468,-1 11 6,2 1 1865,-2 16 0,4-14 0,1 6 0</inkml:trace>
  <inkml:trace contextRef="#ctx0" brushRef="#br0" timeOffset="76432">6236 11707 25562,'-49'7'-21,"0"0"1,7-4-1,7 7-15,14 27 0,7 8-624,1-5 0,1 1 399,-1 11 1,3 2-326,3-2 1,6-1-373,6-5 1,8-3-1404,6-7 0,6-5 2361,3-7 0,0-5 0,2-1 0,-18-12 0</inkml:trace>
  <inkml:trace contextRef="#ctx0" brushRef="#br0" timeOffset="76843">6848 11946 16465,'-5'-1'6201,"0"0"-3457,5 1-2212,-56-59-224,43 34-227,-18-10 1,7 1-43,25 17 17,6 2-56,7 5-45,20 0 6,2 11 17,4 5-29,1 21-16,-11 12 22,-13-12 0,-4 5-25,-7 13 0,-7 3 42,-6-6 0,-5 0-353,-7 9 1,-5-4 391,-2-11 1,-2-4-12,-15 13-349,-2-8 388,15-16-11,1-1-44,12-10-35,16-9 1,9-5 317,25-10-1270,1 1 1,2-2 377,-7 4 1,2-1-1978,21-9 0,3 0 2602,-12 3 0,-4 1 0,18-7 0,-8 2 0</inkml:trace>
  <inkml:trace contextRef="#ctx0" brushRef="#br0" timeOffset="77049">7250 11703 25584,'-24'-29'-3,"1"-1"1,3 1 389,40 48 0,12 15-393,-8-9 1,1 3-20,2 5 1,1 6 0,-4-2-1660,-2 9 0,-4 1 1550,9 8 0,-8 4-824,-19-7 0,-9 4 0,-6-4 875,-5-7 1,-4-2-1,0-1 1,7-2-1,1 0 1,-2-3-1,-12 0 1,1 1-1</inkml:trace>
  <inkml:trace contextRef="#ctx0" brushRef="#br0" timeOffset="78442">8044 10163 18016,'-35'15'546,"0"-1"1,-13 12 590,75-21-381,29 2-544,-13-5 1,5 0-1203,-8 0 1,3-2 0,1 1 1045,6-1 0,2 0 0,1-1 0,5-1 0,1 1 0,1-2-240,-13 0 0,0 0 0,1 0 1,0-1 241,2-1 1,-1 0 0,1-1 0,0 0 4,1-1 0,0-1 0,0 0 0,0 0 7,0 0 0,-1-1 0,0 0 0,0 0 21,-1 0 0,-1 0 0,0 0 0,-1 0 24,10-2 1,-2 1 0,-1 0-36,-7 1 0,-2 1 1,-2 0-161,9-1 1,-5 1 79,-12 3 0,-5 1-89,6-1-785,-20 6-3878,-21 9 4752,-8 3 0,1-1 0,1-4 0</inkml:trace>
  <inkml:trace contextRef="#ctx0" brushRef="#br0" timeOffset="94611">5058 10865 10724,'0'-3'5159,"0"0"-1602,0 3-2841,9-43-335,-7 32-297,8-32-162,-10 43-163,0 0 263,0 3 23,0 1-28,0 2-6,0 0 28,1-3-330,-1-2-73,0 1-515,0 2-1961,0 3 2840,0 6 0,0-6 0,0 1 0</inkml:trace>
  <inkml:trace contextRef="#ctx0" brushRef="#br1" timeOffset="103233">5173 10786 22487,'-7'-35'828,"0"0"1,-5-20-745,12 52-173,0 2 27,-1 10 79,2 1 22,0 29-39,0-14-6,-2 11 1,0 3-1,-5 1 1,-2 22 5,1-35 0,3-8 22,2-4 0,1-9 107,1 2 1009,0-7-948,0-13-78,-1-5-67,-1-6 16,-5-9 12,-2-1 62,-6-20-23,1 3-3465,3 10 3403,4 14 6,5 17-145,1 4-102,1 2 191,6 29 11,0 7 6,3 15-22,0 12-9,-8-28 0,0 1 8,1-1 0,-1 0 3,-1 3 1,1-3 3399,-1 3-3408,2-6 11,0-18 163,1-1 105,-1-10-55,1-6-168,-1-2 45,0-27-18,-1-2-10,0-24-40,-3 14 3,-1 10 1,0 1-21,-1 0 68,-4-27-28,5 43-39,0-2-191,1 17 73,2 10 106,0 3-5,9 29 11,-4-10-6,3 8 1,1 3-23,0 11 25,-3-14 0,-1-1 3,1 6-17,0 5 17,-3-26 12,1 6 55,-2-20 73,-1 0 33,0-7-94,-2-16-51,-4-8-39,-5-20 16,-4-6-965,-1-5 983,3 12-1,1-11-22,6 30-22,0-4-191,3 22 162,2 8 23,3 13 1016,7 13-993,6 16-18,4 12 7,-3 5-1,-5-12-22,-4 6 72,-5-12-22,0-5-3391,-1-7 3396,-1-19 63,0-6 72,0-4-67,-1-15-78,-1 3-1,-6-37 18,-3 3-4,3 9 1,0-1 3389,-4-17-3407,5 15 1,1 1 8,0-5 17,-2-9-22,6 31-12,-1 13-178,2 9 133,-1 11 34,6 14 23,3 17-12,2-2-11,-2-4 1,-1 1-1,1 1 20,-2 3 0,1 0 2,-2-2-16,1 10 22,-4-28 56,0-8-5,-2-10 72,1-6-111,-4-10-23,-4-15 28,-7-16-11,1 2-3,0 0 0,1-2-3,4 13 0,1-1-8,-3-12 0,0 0 30,2-11-22,4 20-44,3 19-85,0 11 129,6 33-61,0 8-59,-1-2 0,0 3-962,-1 1 0,0 1-3845,-2 3 1,-1-1 2788,-2 22 0,0-21 0,0-30 0</inkml:trace>
  <inkml:trace contextRef="#ctx0" brushRef="#br1" timeOffset="121627">9533 10075 16728,'-11'-3'1988,"1"-1"-1813,10 2 138,4-3-184,6 0-6,12-4-22,20-2-67,2 2-258,-5 1 0,6 0 246,-5 2 1,3-1-1,1 1-648,3-1 0,0 0 0,3 0 629,10-2 1,3 1 0,-2 0-1,-7 2 1,-1 0 0,-1 0-2,0 0 0,0 0 0,-3 1 1,9-1 0,0 0-2,-9 0 1,2 0 0,-4 1-351,0 0 0,-1 0 343,17-3 1,-1 0 10,-18 4 1,-5 0 16,19-3 107,3 1 62,-34 3 5,3 1 599,-21 0-85,-8 2-648,1 0 787,-7 0-5279,-2 2 4657,-5-1 1,4 1-1,2-1 1</inkml:trace>
  <inkml:trace contextRef="#ctx0" brushRef="#br1" timeOffset="122061">10567 9998 19680,'1'-5'4307,"-1"0"-2912,0 5-1299,21-23 38,-3 51 12,18 3-74,-21 14 1,-6 10-514,1 2 0,-2 3 476,-4-18 1,-1 0-1,-1 1-13,-1 0 1,-3 0-1,1 0-8,-2 19 0,0 0-39,-2-5 0,0-1-452,2-5 1,1 0 476,2-3 0,1-4 0,0 5 0,3-10 0</inkml:trace>
  <inkml:trace contextRef="#ctx0" brushRef="#br1" timeOffset="122871">10069 12027 23601,'-4'-48'700,"0"0"0,1 8 1,1 10-746,2 19 6,0 17 16,0 18 18,3 20-4,-2-11 1,2 3-636,0 7 1,1 1 374,1 3 0,-1 1-804,1 0 1,-1 0-2903,1 0 1,-1-1 3974,0-8 0,-1-2 0,1 9 0,-2-22 0</inkml:trace>
  <inkml:trace contextRef="#ctx0" brushRef="#br1" timeOffset="123077">9909 12214 18168,'0'-60'744,"0"-1"0,-1 0 0,2 10 0,-1 2 0,2 4-691,2-5 0,2 7 127,6-7-219,12 0-73,5 19-68,16-2-111,7 14-207,4 15-465,-4 23-2650,-7 21 3613,-13 9 0,-15-14 0,-10-13 0</inkml:trace>
  <inkml:trace contextRef="#ctx0" brushRef="#br1" timeOffset="123436">9956 12233 20621,'34'-49'42,"0"0"0,-5 15 0,3 2 0,-3 8-76,8 9-5,0 3 0,3 1-79,-8 5 1,0 2-316,1-1 0,0 0 113,3 1 1,-1 0-488,18-2 410,-13 0 44,3-3 566,-10-5 207,-6 3 1088,-3-7 1265,-15 6-1872,-2 3 527,-3 0 48,-3 8-871,0 0-577,-7 12-28,2-2-17,-7 19-56,4 0-363,1 10-2925,9 15 62,1-15 3299,9 7 0,-8-32 0,1 0 0</inkml:trace>
  <inkml:trace contextRef="#ctx0" brushRef="#br1" timeOffset="123627">10906 11553 24928,'-20'-41'244,"0"0"1,2 4 0,3 9-401,10 20-2,2 5-721,7 20-1591,7 9-7361,7 22 8284,-2-12 1,-4-8 0,-8-21-1</inkml:trace>
  <inkml:trace contextRef="#ctx0" brushRef="#br1" timeOffset="124111">11126 11859 25998,'4'-46'547,"0"0"0,-1 5 0,0 11-597,-3 27-34,0 8 61,0 2 29,2 28-23,5 21 12,-1 0-229,-2-15 1,-1 1 227,-3 20 14,-3-23 1,-1 0-37,-4 19 28,-1-22 0,0-3 28,0-5-23,-4 13 124,9-30 112,1-4-146,3-9 28,1-21-100,4-11-1,6-23-16,2 9 10,2 11 1,2 2 11,0 0 211,3 3 1,0 3-252,1 8 1,9-2 6,-5 18 10,5 15-55,13 20 39,-13-2 5,-8-3 0,-3 0-10,-4 1-24,1 30-10,-14-18 11,-4 7-62,-31-3-73,-6-17-129,9-9 0,-4-2-728,-28-1 107,14-7-3590,-4-14 3682,23-4 1,6 1 0,12 3 0</inkml:trace>
  <inkml:trace contextRef="#ctx0" brushRef="#br1" timeOffset="124593">11682 11636 20246,'1'-4'4509,"0"1"-3478,-1 3-908,20 24-67,-12 10-14,4-2 0,-1 3-326,-8 2 0,-2 2 300,0 2 1,0 1 0,-3 1 0,0-1 64,0-9 1,0-1-62,-4 9 0,0-1 2,-3 4-16,0 7 83,2-23 320,5-20 201,0-1 176,5-16-747,0-3 191,19-44-169,-9 24 3,2-5 1,3 0 53,5 0-51,5-6-28,-2 14-39,-3 9-11,0 9 5,4 6 1,-3 6 5,20 15-6,-13 6-11,13 15 0,-17 2-5,-12 4 11,-12 2 5,-9-11-27,-29 13 10,10-25-72,-9 0 0,-2-3-398,-9-7-739,-17 0 89,29-15 1143,10-27 0,17 19 0,2-16 0</inkml:trace>
  <inkml:trace contextRef="#ctx0" brushRef="#br1" timeOffset="124954">12464 11860 24911,'-27'57'144,"0"0"0,1 1 0,8-8-111,14-11-15,11 7 10,10-9 16,15-8 29,7-11 62,2-8 72,-3-9 62,-4-12 78,-6-11-134,-8-3 425,1-32-617,-13 11 138,-3 12 1,-2 1 14,-13-14-96,-14 12-16,-18 13-34,-14 11-11,-2 7-62,6 11-33,16 5-242,17 9-973,14 5-2712,20 4 4005,6-5 0,-1-10 0,-6-7 0</inkml:trace>
  <inkml:trace contextRef="#ctx0" brushRef="#br1" timeOffset="125194">13180 11503 27734,'-48'12'93,"-1"0"1,2 15-1,9 10-76,23 6 0,8 4-1413,-2 0 0,2 1 1404,5 5 1,3-2-62,4-8 0,2-1-287,4 11 0,5-1-666,6-4 1,6-4-2409,6-5 1,4-4 3413,-2-8 0,-1-3 0,13 3 0,-20-15 0</inkml:trace>
  <inkml:trace contextRef="#ctx0" brushRef="#br1" timeOffset="125661">13577 11841 22043,'0'-8'4482,"0"2"-3760,12-56-251,-6 42-354,0-15 1,1 6-29,-4 26-72,1 12 0,0 3 5,8 23-5,-2 7-26,-4-11 1,-1 2-420,-1 2 1,-2 0-161,0 2 0,-1-1-1852,1-1 1,0-1 1642,3 19 1,-1-22 0,0-16 0</inkml:trace>
  <inkml:trace contextRef="#ctx0" brushRef="#br1" timeOffset="125920">14064 11424 28664,'44'26'2,"-1"-1"0,-7-5 1,-3 2-3,5 17 0,-4 8-746,-5 4 1,-6 4 599,-4 4 0,-5 1-70,-3-2 1,-12 2 215,-22-5 0,-14 2 0,6-10 0,-3 6 0,-7-5 0,-1 0 0</inkml:trace>
  <inkml:trace contextRef="#ctx0" brushRef="#br1" timeOffset="127169">10629 10026 21231,'-3'-3'4067,"1"1"-3395,2 2-509,-5-17 55,30 23-128,8-1-129,18 34-908,-28-9 1,-4 3 946,-1 28 0,-12-17 0,-6-17 0</inkml:trace>
  <inkml:trace contextRef="#ctx0" brushRef="#br1" timeOffset="131808">6605 10715 15804,'0'-3'6520,"-1"0"-6245,1 3-281,-3-6-4150,5 34 4195,-3-14-32,3 22 0,2 6-175,2 15-288,-1-15 1,0-1-150,4 14-2052,6 4-3213,-2-19 5870,1 0 0,-5-17 0,-5-12 0</inkml:trace>
  <inkml:trace contextRef="#ctx0" brushRef="#br1" timeOffset="132049">6492 11031 11788,'-4'-4'6060,"0"0"-4043,4 4-1087,-64-45-600,46 33-165,-18-14 0,7 6-181,27 19 88,14-1-27,0 1 78,42-5-83,-18 2 35,10-1 1,4-1-26,11-1-275,-17 2 1,1-1 123,-11 2 1,-1 0-525,-1-1 1,-1 1-7772,27-4 8396,-17 2 0,-15 3 0,-19 2 0</inkml:trace>
  <inkml:trace contextRef="#ctx0" brushRef="#br1" timeOffset="132474">7503 10674 24099,'-32'14'32,"0"0"0,2 2 0,6 3-38,7 29 6,7 4-6,15-3 1,3-12 10,30 6 18,-2-21-23,9 3 28,3-15 134,0-13 40,-1-7-68,-5-4 432,-9-23-258,-16 3-123,0-19 28,-14 2-107,-6 10 191,-13-13-157,-2 24-89,-4-3-68,-17 16-218,0 14-460,7 4 0,-2 3 695,-6 5 0,3 1 0,-6 3 0,1 2 0</inkml:trace>
  <inkml:trace contextRef="#ctx0" brushRef="#br1" timeOffset="139448">7990 6692 18156,'1'-57'1677,"0"0"0,0 5 0,0 13-1397,-1 29-482,0 6 230,3 25 11,1 12-33,3 29-4,-4-27 1,-1 2-163,0 1 0,-1 2 165,-3 0 1,0 0-12,-2-2 1,0 0 5,-4 2 0,0-2 6,-4 10 22,-1 0 604,7-35-268,2-2 157,0-15-403,1-13 33,-5-30-78,2-8-217,0-6 169,4 26 1,1 2 24,1-23-27,1 23 0,-1 0 38,2-19 35,-1 13-102,1 19-128,-2 10 21,0 15 113,-1 10-23,1 31 23,0-9 0,1-4 0,2 2-5,4 12-18,5 10 18,0-8 502,-1-11-497,-4-12 62,-2-12 123,-3-8-6,-1-10-89,-1-17-40,-1-9-38,-2-21 4,-2-5 7,0 10-12,0-11 11,3 21 34,-1-5-50,1 21-196,-1 8 106,1 13 22,0 11 56,2 27 1,-1-5 2,1-1 0,0 1-19,1 14 11,3 13-6,2-8 0,2-10 28,0-13 56,-5-14 258,0-11-263,-3-10-6,0-17-23,-3-9-5,-6-32-22,4 32 0,-1-2-144,-1-7 0,0 0 169,2 6 0,1 2-14,-2-14 67,3 3 17,1 23-79,0 1-106,0 11 6,2 21 78,-1 2-3123,4 47 3118,0-24-1,0 2 0,0 2-132,0-7 0,-1-1 138,1-1 0,0 0 23,1 24-29,-2-22 40,-1-20 240,-1-2-44,-1-13 3134,-5-11-3347,-1-4 33,-11-31-67,8 16 37,1-1 0,2-3 30,3-16-28,6 16 1,1 0 27,2-15 338,4 11-371,-5 21-129,-4 13-1255,-3 19-1220,-2 3 2587,-7 24 0,6-22 0,0 0 0</inkml:trace>
  <inkml:trace contextRef="#ctx0" brushRef="#br1" timeOffset="150186">14053 6301 12897,'0'-4'2683,"0"1"526,0 3-1528,40-62-679,-28 39-590,10-12 0,-3 3-121,-16 23 23,-2 5-258,-1 4 17,-8 23-23,-1 6-33,-5 13 33,-1 12 6,4-4-34,6-19 1,0 3 19,1 7 0,1 0-684,1-6 1,0-2 647,1 0 0,0-2-221,-1 3 0,0-3 249,-1 5 27,-1 10 214,2-26 33,1-12 1277,1-5-124,-2-27-1399,0-4-34,-3-28-11,2 12 8,1 4 0,0 1-19,2-5 38,-1-3 1,0 0 56,1 0 5,0-12 521,0 31-605,0 12-55,0 10-68,-1 6 45,1 20 61,0 10-16,0 9 11,0-3 0,0 0 0,0 3 22,0 6 1,0-1-6,0-7-26,0-5 1,0 0 2,1 6 6,-1-8 34,0-5 263,0-19-51,0-8-195,-1-4-1,-8-30-44,-1-4-12,2 9 0,0-3-3358,-3-28 3398,3 14 128,3-5-55,2 29-57,-1-2-67,1 18-27,0 10 32,2 11 3393,-1 15-3409,0 17-39,-2 17-357,2-25 0,0 1-845,0 6 0,-1-1-2083,2-6 0,0-1 3352,-1 5 0,2-4 0,0-8 0,0 0 0</inkml:trace>
  <inkml:trace contextRef="#ctx0" brushRef="#br1" timeOffset="154478">12836 7644 23509,'-36'-40'328,"0"-1"1,3 3-1,4 16-283,6 40-22,-1 21-40,12-7 0,1 4-1119,0 10 1,2 3 1093,1 9 0,2 0-3,2-9 1,1 2-285,2 1 1,0 6-1,1-4-652,1 9 1,0 0-1122,0-4 0,-1 5 1,0-5 672,2 1 1,-2-2-1182,-2-8 0,-2 3 0,-1-5 2347,-5-7 0,-2-2 1159,-5 15 0,-5-6 249,-2-25 0,-3-7 843,-31-5-1005,27-18 1,1-8 253,0-5 1,3-7-126,4-5 0,3-5-320,5-2 1,5-2-172,3 1 1,5 0-221,6 1 0,3 2-214,3 1 1,3 2-121,3 1 0,3 2-39,14-16-11,-2 16 0,3 1-48,-8 11 0,2 0-25,12-7 0,2 0-22,-6 7 0,-1 1-12,0 2 0,-1-1-30,0 1 0,0 0-46,-2 0 0,-1 1-7,17-8-7,-17 7 1,-1 0 151,6-3 56,4-5 1122,-11 3-719,-16 9 2508,3-3-2390,-10 4 784,-2 3-773,-2 2 123,-2 3-700,0 2 6,0 15 5,-1 7-123,-1 18-431,-6 9-1148,-3 6-3708,-4 2 5009,2-10 0,4-18 0,6-14 0</inkml:trace>
  <inkml:trace contextRef="#ctx0" brushRef="#br1" timeOffset="154669">13191 7692 19484,'-2'-6'3434,"1"1"-4275,1 5-380,-19-21-8610,18 44 8624,-17-32 1,21 38-1,-2-23 1</inkml:trace>
  <inkml:trace contextRef="#ctx0" brushRef="#br1" timeOffset="155136">13373 7765 25292,'18'10'39,"2"15"-39,-11 4 0,-1 4 0,-1 2 0,-2 0 3,0 2 0,-2-1 8,-4-2 0,-1 0 1,-6 25-12,-2-17 95,-6-2 146,8-23 218,-2 0-39,4-16-134,1-11-28,0-10-102,3-11 7,9-19-118,0 16 5,16-15-11,-1 25-22,10-4 22,3 10 0,9 10-39,-12 8-28,19 20 23,-30-5-12,15 20-28,-25-8-16,-6 11-1,-28 10-16,-12-6 5,7-18 0,-2-3-56,-18 4-98,18-13 1,-1-4-1349,-24-3-1489,5-12-6767,10-14 8618,27 0 0,9 3 0,3 13 0</inkml:trace>
  <inkml:trace contextRef="#ctx0" brushRef="#br1" timeOffset="155619">13867 7740 25197,'12'42'129,"0"-1"0,-3-3 0,0-1-96,-3 0 1,-2 0 8,-3-5 0,-2-1 9,-5 20-1,-11 6 0,-1-15 1,-5 4 167,4-11 342,8-16-224,5-8 179,5-14-240,3-16-118,4-8-45,7-14-62,1 10 124,15-12-118,-13 23-23,14-11 23,-15 22-45,26-4-11,-12 10-16,22 5 4,-21 5-21,15 19 16,-26-10-28,12 27 0,-28-14 40,-11 14-18,-7-15-72,-24 4-106,-3-13-77,8-8 1,-1-2-367,-19-1 163,6-8-1262,26-14-3056,20-9 4799,7-4 0,0 8 0,3 8 0</inkml:trace>
  <inkml:trace contextRef="#ctx0" brushRef="#br1" timeOffset="155968">14425 7962 25758,'-16'31'100,"1"0"1,-9 17-90,19-5-22,6-15 6,5 11 5,4-13 16,4-7 7,4-8 5,5-8-11,-2-7 44,21-16-22,-20 4 113,25-27-85,-31 22 146,10-25-96,-20 24-44,-7-9-67,-7 16-113,-25 2-212,1 8-774,-15-1-83,18 6 1176,3 6 0,18-4 0,1 3 0</inkml:trace>
  <inkml:trace contextRef="#ctx0" brushRef="#br1" timeOffset="156252">15024 7624 21987,'0'-6'4303,"0"0"-3654,0 6-212,0 0-381,-60 5-34,32 14-603,-4 2 0,-7 6 0,6 3 592,8 11 1,5 4-7,-1-3 1,0 2-1,3-2-71,2 0 1,4-1 6,5 14 0,7-2-3,6-21 1,5 0-90,5 12 0,6-3-216,5-13 0,5-4-443,4-5 0,3-4-882,2-3 1,3-5 1691,3-6 0,-2-2 0,6-1 0,-7-6 0</inkml:trace>
  <inkml:trace contextRef="#ctx0" brushRef="#br1" timeOffset="157161">15368 7857 25247,'-7'-39'539,"1"7"-528,6 33 28,0 1-39,0 1 22,0 3-22,0 0-5,1 0 22,-1-2-6,1 0 39,0 0-27,-1-1-7,1 0 141,-1-3 689,1 1-857,-1 1 16,2-1 12,-3 2-17,1-1 22,-1 2-5,1-2 45,-1 1 907,1-3-768,0-8-150,0-6-1,0-13-22,1-7-6,3 0-16,3 3 11,7 5-17,5 8-39,6 6 16,5 10-33,3 14 28,3 13 6,-2 15-313,-2 15 310,-20-25 0,-3 2 0,-5 3 0,-5 0-302,-8 2 0,-6 0 315,-7 1 1,-3-2 5,-6-1 1,-3-3 10,1-4 1,-1-2-1,5-7 1,2-2 6,-11 1 66,7-16-50,20-16 0,3-12-17,13-1 262,14-8-262,25 6-50,9 5-8,-17 13 0,2 3-62,-3 5 0,1 3-110,2 2 1,0 1-218,-1 2 0,0 1-248,0 2 1,-1-1-919,-2 0 1,0 0 1601,0-2 0,-2 0 0,4-1 0,-6-2 0</inkml:trace>
  <inkml:trace contextRef="#ctx0" brushRef="#br1" timeOffset="157378">16072 7639 24060,'-10'-48'1370,"-1"-1"1,1 5-1,1 7-1129,3 12 18,2 9-259,4 13 0,10 35 0,6 18 0,-3-3 0,1 7-509,-5-14 0,0 2 0,0 1 509,-2 4 0,-1 1 0,-1 0-45,-2 2 0,-2 0 0,-2 0-189,-4-1 1,-2 0 0,-5 0-1526,-8 7 0,-6 0 1,0-4 1758,4-12 0,-1-3 0,0-2 0,-11 14 0,2-7 0,3-14 0</inkml:trace>
  <inkml:trace contextRef="#ctx0" brushRef="#br1" timeOffset="160166">14569 8809 20817,'5'-37'1109,"0"8"-1042,-5 31 51,0 4 73,-2 7-146,1-3 22,-1 8-28,1-8-11,0 1-6,1-4 102,0-3 167,0-2-1008,0-2-813,-2-2 769,0 2-1816,-6-1-3506,1 6 6083,-2 0 0,3 0 0,3-2 0</inkml:trace>
  <inkml:trace contextRef="#ctx0" brushRef="#br1" timeOffset="164131">14533 8945 20638,'9'-45'1013,"0"0"1,-1 4 0,-2 9-549,-2 24-325,-4 4-252,1 4 146,-1 23-12,0 9 1,-1 29-9,-1-29 0,0 2-254,0 2 1,0 0 236,-1 0 0,1-1 3,0-2 0,0-1 23,1 22-6,2-12 39,0-13 212,1-14 365,-1-8-78,0-10 103,-1-11-613,-2-13 0,-2-16-1,1 9 1,0-2-6,-1-15-5,0-11 117,3 8-44,0 16-35,1-9-44,0 28-117,0 10-40,0 8 73,0 11 73,4 14 0,0 18-1,2 18-13,-3-27 0,0 1-188,-1 0 1,-1 1 184,1-3 0,0-1-5,3 23 5,-1-14 5,-1-15 96,-1-12 330,-1-7-392,0-29 0,-2-4-11,0-28 12,-2-2-71,0-5 37,2 29 0,0 1-1,0-16 68,0-5-23,0 30-55,-1-2-102,1 19-5,0 9 506,1 12-394,1 16-22,3 17 16,0 11-5,0-9 25,-2-12 0,-2 0-9,1 9-21,0 15 27,-1-28 45,-1-14 129,1-10-1,-1-11-128,-3-12-28,-2-14-11,-4-18 0,0-17-311,6 24 1,0 0 310,2-3 0,0 1-6,1 0 0,1 1 3,0 6 0,0 2 31,0-17 0,0 19-68,0 16-139,0 9 151,0 34 50,1 26-34,0-18 1,-1 2-7,1-2 1,0-1-6,0 1 1,-1-1 10,2 17-131,0 9 103,1-16 12,1-16 39,-2-15 67,-1-9 17,0-11-72,-1-11 601,-2-15-616,-1-1 0,-1-1-19,-2-17-44,1 10 1,0 0 37,0-8 28,2-1 0,1 15-16,2 15-24,0 10-16,1 7 17,5 9 237,6 11-237,5 16-134,1 16-698,-11-20 0,-2 3 164,-1 7 1,-2-1 0,-1 5-1,-1-2 1</inkml:trace>
  <inkml:trace contextRef="#ctx0" brushRef="#br1" timeOffset="169031">9573 6712 18857,'-2'-9'3551,"0"1"-3095,-1-23 1,0-4 47,1 13-454,-2-16 1,0 8-163,4 28 73,-1 17 50,3 16-28,2 22-17,-1-18 1,-1 2-715,2 5 0,-1 0 571,0-7 1,-1 1-3606,5 25 1,1-3 633,-2-4 3148,1-5 0,-1-6 0,-3-25 0,0-2 0</inkml:trace>
  <inkml:trace contextRef="#ctx0" brushRef="#br1" timeOffset="169264">9359 6961 12438,'-4'-6'6099,"0"2"-4463,4 4 616,0 0-2140,-26-53-56,36 37-28,-5-40-45,54 53-428,-21 1 0,2 1 223,5 1 0,1 0-344,2 1 1,0 0-911,0-1 0,0 1 1476,2 0 0,-3 0 0,4 0 0,-7-1 0</inkml:trace>
  <inkml:trace contextRef="#ctx0" brushRef="#br1" timeOffset="169482">10416 6626 14141,'0'-5'4896,"0"2"-1074,0 3-3788,-20-24 795,9 37-807,-16-6 6,17 51-25,6-24 0,1 2-59,2 3 0,2 2-320,1 0 1,2 1-1093,0 0 1,2 0-3449,1-3 1,0-3 3625,3 15 1,-2-21 0,-7-22 0</inkml:trace>
  <inkml:trace contextRef="#ctx0" brushRef="#br1" timeOffset="171865">9787 4973 15406,'-14'21'2974,"1"-3"-2660,4-6 308,-1-1 17,-1-4 33,-4 2-23,0-3-27,1-2 17,1-2-90,4-4-157,0-5-168,0-5-118,1-9-72,3 3 27,2-15-55,9 11-6,13-11-6,0 17-5,17 2-6,-16 11-16,23 9 33,-14 9-23,9 14 12,-15 11 6,-10 9 5,-12-5-23,-14-5 1,-5 0 8,-2-9 0,-2 0-473,-11 12 0,-3-1 492,4-11 1,1-4 8,2-3 0,2-4 14,-12 6 6,18-13 50,15-7 67,19-8-22,22-8-99,-4 2 1,4-1-17,11-3 0,3 0-215,8-3 1,2 1 159,-18 5 0,0 0 0,1 1-564,18-4 0,1 1 115,1 4 1,-5 2 0,-24 2 0,-3 1 0,21 2 0</inkml:trace>
  <inkml:trace contextRef="#ctx0" brushRef="#br1" timeOffset="179416">21990 2770 9710,'1'-9'6240,"0"2"-5490,-1 7 505,32-69-218,-17 43-659,3-14 0,1 3-126,-10 27-247,-3 8 74,-2 8 122,0 15 23,0 13-101,-2-1 0,-1 2-73,-1-2 1,0 0-32,-1 0 1,-1 1 33,-1 5 1,-1-4-26,-1 3 0,1-6 0,1 2 56,-2 9-56,2-9 224,0 1 465,2-28 95,0 1-588,1-11-123,-1-11-50,-1-12-7,-1-29-16,0-1-5,1-2-1,2 3 17,1 19 6,1-6-106,0 21-91,0 7 96,-2 15 45,1 13 22,0 13-5,0 18-1,0-12 1,-1 3 2,0 3 1,0-1-298,1-5 0,-1-2 283,0 23-5,1-22-6,-1-6 118,0 2 510,0-15-275,0-8-264,0-36 523,1 7-584,0-13 1,0-4-7,5-12 0,-4 20 1,2 1 28,4-26 39,0 11 22,-2 5 0,-1 9-123,-3 21-50,-2 9 83,3 19 1,-2-2-6,10 43 0,-6-28 5,3 7 1,0 1-17,1 1-62,2 8-985,-2-2 1058,-1-5 0,-2-12 0,-1-4 0</inkml:trace>
  <inkml:trace contextRef="#ctx0" brushRef="#br1" timeOffset="180931">22173 2656 7626,'-5'-2'3294,"1"1"-1451,4 1-1238,36 0-168,-4-1-264,4 1 1,2 0-12,12 0-17,-12 0 1,4 0-1601,13 0 0,0 0 1522,-9-1 0,4 1 26,-5-1 1,6 0 0,1 0 0,-3 0-10,-1 0 0,-3 0 1,4-1-13,4 0 1,4 0 0,1 0 0,-4 1-19,0-1 0,-4 0 1,2 0 31,-2 0 1,2 0 0,2-1 0,0 1 57,6 0 0,0 0 0,2 0 1,0 0-67,-10 1 0,0-1 1,0 1-1,2-1 1,1 1-316,-4 0 1,2-1 0,1 1 0,0 1 0,0-1 0,-3 0 316,5 0 1,-1 1 0,-1-1 0,-1 1 0,-1-1-419,1 1 1,-1 0 0,-1 0 0,3 0 414,-4 0 1,1-1-1,1 1 1,0 0-1,-2 0-219,1 0 0,-2 0 1,1 0-1,4 0 230,5 0 1,5 0-1,1-1 1,0 1-1,-3-1-95,-8 1 1,-2-1-1,0 1 1,0-1 0,1 1 30,7-1 1,2-1-1,-1 1 1,-1 0 0,-5 0-10,9-1 0,-5 0 0,1 0 1,-7 0 1,1 0 0,0-1 0,0 1 25,-1-1 1,1-1 0,-1 1-1,0-1-44,2 1 1,-1-1 0,1 1 0,-1-1 3,-3 0 1,-1 0 0,0 0 0,-2 0 4,11-1 1,-2 0-1,-2 0 245,-12 1 0,-2-1 1,3 1-242,16-1 0,3 0 0,-2 0-8,-11 2 1,-3-1 0,0 1-4,4 0 0,1 1 0,-4 0 8,7 0 1,-3 1-6,-5 0 0,-2 1-9,-12-1 1,-2 1-29,26-1 1101,-30 1-1649,-6-2-332,-14 0 914,-22-3 0,13 3 0,-9-1 0</inkml:trace>
  <inkml:trace contextRef="#ctx0" brushRef="#br1" timeOffset="181839">25044 2678 9447,'-1'-5'5926,"1"1"-2190,0 4-3153,0-61-404,1 46-274,0-46 39,2 67 257,4 17-122,0-1 61,5 31-56,-5-20 58,-3 6 1,0 2 81,0 15-109,-2-15 0,-1-1 97,0 17-44,-1-9-5,-1-13 134,1-11 443,0-13 632,0-7-1277,1-28-28,1-20-45,0-5-5,-1 13 0,0-1 28,0-18-23,-1 23 1,0-1 61,1-22-34,-1 20 17,0 11-224,0 16 34,0 6 123,0 16 11,-1 13-11,1 2 12,0 25-12,1-16 0,0 7 39,4-9 95,-2-20 325,0 0 96,-1-14-269,-2-11-236,1-1 18,-3-29-52,0 13-13,-1-6 0,-1-2 3,0-6-1,-1-12-100,4 22-398,0 14-801,0 14-386,-1 9-3289,0 10 4121,-1 8 0,1-11 0,0 2 0</inkml:trace>
  <inkml:trace contextRef="#ctx0" brushRef="#br1" timeOffset="182798">24309 4006 13239,'0'-5'6413,"0"1"-5881,0 4-45,0-23-4458,0 83 4016,1-49-26,1 36 1,0 11 390,0-24 1,2-1-484,-1 10 0,1 3-207,2 9 0,0-1-26,-3-17 1,1-2-98,1 11 0,-1-4-488,-2-1-324,0 0 2508,-6-18-4721,-1-15-2526,-7-29 5954,1 0 0,3-4 0,4 12 0</inkml:trace>
  <inkml:trace contextRef="#ctx0" brushRef="#br1" timeOffset="182990">24248 4131 12708,'-1'-56'1297,"-1"0"0,1 0 1,0 5-1,-1 0 1,2 6-859,1 3 1,2 5-214,-1 3 1,2 2-104,11-26-162,-3 24-16,7 6-303,13 20-11,1 11-88,-3 8 1,0 5-418,13 24 547,-22-16 1,-2 2-842,-3 6 0,-3 1-1252,-4-3 1,-2 1 2419,1 13 0,-2-2 0,1 6 0,-6-6 0</inkml:trace>
  <inkml:trace contextRef="#ctx0" brushRef="#br1" timeOffset="183331">24240 4142 19720,'30'-33'-83,"0"-1"1,-8 5 0,2 6-106,11 17 1,1 7-1315,24-4 1087,-22 2 1,0 0-130,-2 0 1,0-1-267,5 0 1,-2-2 501,12-3 152,2-2 742,-18-5 345,-13 1 1373,2-8-842,-19 4-224,-7-2-723,-2 7 811,-6-3-440,-3 4-752,2 2-50,-7 2-106,10 8-17,-8 8-51,5 9-240,0 25-225,5 1-705,6 14-1463,4-8 18,1-11 2705,0-1 0,-3-25 0,-1 0 0</inkml:trace>
  <inkml:trace contextRef="#ctx0" brushRef="#br1" timeOffset="183524">24911 3603 17932,'-23'17'-1570,"5"2"1,15 19-1,2-15 1</inkml:trace>
  <inkml:trace contextRef="#ctx0" brushRef="#br1" timeOffset="184057">25069 3912 21354,'10'-43'588,"0"1"0,-1 5 1,-1 7 87,-1 8-536,-3 12 150,2-6-77,-4 10-323,0 1 110,-1 15 85,-1 1-68,0 37-23,2 0-636,0 11 639,0-24 1,0 0-7,0 4 1,-1-1 14,1 26-6,-1-17 0,-1-3 0,0-11 11,-2 22 45,1-38 22,-2 0 342,3-12 180,0-5-264,0-6 373,0-9-681,2-12-11,9-25 0,7 4-9,-6 19 0,3 1-2,17-9 0,-7 13-34,12 7-6,-12 12 0,12 7 18,-14 5-24,6 16 24,-4 11-24,-2 4 1,-6 9 17,-16-10 22,-8-9-56,-17-7 0,-7-2 0,-5-3-51,-9-1 1,-1-3-102,2-8-601,0-3 0,1-5-2737,-2-10 3546,-8-7 0,36 6 0,13 4 0</inkml:trace>
  <inkml:trace contextRef="#ctx0" brushRef="#br1" timeOffset="184541">25671 3670 17904,'1'-9'2527,"-1"2"-1967,0 7 941,0 0-1053,4 98-179,6-42-492,-6-13 0,-1 7 1,2-5 308,1-8 1,1-4 9,0 20-79,-5-16 1,-2 0 66,-4 6-26,-2 16 26,-4-26 112,3-12 6,2-11 1397,3-5-1380,2-6 476,0-13-628,1-9-28,7-20-22,9-5-3,-2 19 0,3 0 14,15-14-23,7 4-21,-6 21 16,-7 9-12,10 4 1,-6 13 6,9 6-7,-4 13 1,-11-2-28,-4 21 28,-17-12 11,-12 15-6,-22-12-39,-22-3-339,20-19 0,-1-3 146,-3-3 0,2-1-160,-20 1-2273,-1-16 587,35-1 1283,-3-24 1,21 21 0,2-10 0</inkml:trace>
  <inkml:trace contextRef="#ctx0" brushRef="#br1" timeOffset="184897">26349 3904 20487,'-24'49'543,"1"-1"0,2-2 1,4-5-387,8 0 5,8-1 57,10-3 27,8-3 28,8-6 62,2-8 112,0-10 28,-2-6-72,-1-11-63,-3-8-77,-3-12-79,-4-10-45,-5-7 17,-5-3 5,-3 3-44,-8 7-57,-6 7-22,-9 7-50,-9 9-78,-8 6-264,-8 10-1109,-6 9 1462,0 11 0,23-9 0,7 1 0</inkml:trace>
  <inkml:trace contextRef="#ctx0" brushRef="#br1" timeOffset="185240">26851 3689 19826,'-1'-5'4268,"0"1"-2784,1 4-1439,-7-24 34,-6 41 5,-13-3-48,11 17 0,1 9-416,0 3 1,1 2 412,3 3 1,3 2-18,7 1 1,4 0-9,4-1 1,5-1-20,6-3 0,3-2-129,3-3 0,2-2-846,0-5 0,2-2 986,1-3 0,-2-5 0,3 5 0,-5-12 0</inkml:trace>
  <inkml:trace contextRef="#ctx0" brushRef="#br1" timeOffset="186536">27451 4079 21584,'29'-35'337,"0"0"1,0 0 0,11-13 0,-1 8-114,15 8-79,-4 10-72,-7 8-62,-5 7-22,-4 10-17,-4 11 22,-7 2-66,8 23-46,-14-6-16,2 14 72,-20-8 84,-18-5 18,-18-1 4,-15-5 12,-5-5-16,13-9 189,-8-5 51,27-7 45,-3-1-179,19-3 106,6 0-219,8-1-22,9 0 1,13 1-12,29 3 0,-12 2 5,-8 2 1,3 4-1,-4 3 1,-2 2-12,23 8 3,-20-4 1,-6 2-9,-6 6-6,-9 9-22,-26 1-40,-25 0 0,7-18 1,-4-2-539,-7-1 0,-2-3-19,-4-1 1,-2-3-1029,-1-2 1,1-2 1663,-2-6 0,5-1 0,-8 1 0,14-6 0</inkml:trace>
  <inkml:trace contextRef="#ctx0" brushRef="#br1" timeOffset="186794">28084 3668 19227,'0'-3'4324,"1"0"-3244,-1 3-816,65 29-169,-37-11 0,3 4-482,8 1 1,5 4-1,-2 1 409,-5 0 1,-3 2-1,-1 0-938,1 3 0,0 1 0,-4-2 916,8 6 0,-8 4-34,-6 17 1,-16 2-630,-19-17 1,-11 0-165,-2-1 0,-5 2 0,-4-4 827,-2-8 0,-4-4 0,2-3 0,-5 4 0,2-5 0,-12 4 0</inkml:trace>
  <inkml:trace contextRef="#ctx0" brushRef="#br1" timeOffset="189043">25355 4787 19434,'-3'-42'1361,"0"1"0,0 4 0,1 8-1148,2 19-68,0 7-133,0 11 21,1 3 1,1 9 55,5 33-61,-3-17 22,1 12 1,0 2-308,-3-17 1,-1-1 281,2 15 1,-2 2-1,-3-10 0,-1-2-11,-1-1 0,0-1 5,-3-3 1,0-1 70,-7 19 28,1-14 139,4-14 365,3-12 6,4-8-399,1-14-178,1-13-1,2-22-28,1 16 1,1-3 84,2-6 0,1-2-85,1-3 1,1 0-15,-3 9 0,1 0 48,1-10 0,-1 2 45,-2-4-11,2-8-51,-6 35-50,-1 12-56,0 8 39,0 22 22,-1 11-16,0 28-1480,1-24 0,-1 0 1493,1 4 1,-1 1-101,1 0 0,-1 1-456,0 1 0,0 0-1572,-1-1 0,0-2 1687,-1-6 0,1-2 0,-3 8 0,3-20 0</inkml:trace>
  <inkml:trace contextRef="#ctx0" brushRef="#br1" timeOffset="190052">23076 5440 6389,'0'4'3573,"0"-1"1261,0-3-4027,0 6 27,0-5-44,0 5 375,0-6-207,0 1-521,-3 1-107,-1 1-89,-2 1-73,3-1-101,0-1 588,2-1 107,11-1 174,38-1-774,0 0-515,-10-1 0,6 0 1,2-1 391,1 0 0,1 0 0,4 0-768,0-1 1,4 1 0,2 0 0,1-1 734,-6 1 1,1 0 0,2 0 0,0 0 0,1-1-328,-5 1 0,1 0 1,1 0-1,0 0 1,1 0-1,1 0 325,3 0 1,1-1 0,0 1 0,1-1-1,1 0 1,0 1-196,-7-1 1,1 1-1,1-1 1,-1 1-1,1-1 1,0 1 0,0 0 189,2-1 0,-1 1 0,1-1 0,0 0 1,-1 1-1,1 0 0,0-1-92,-1 1 0,0 0 0,1 0 1,-1 1-1,0-1 0,0 0 1,-1 1 92,-2 0 1,0-1 0,0 1 0,0 0 0,-1 0-1,0 1 1,-1-1 15,5 0 1,0 1 0,0 0 0,-1 0-1,-1 0 1,-1 0-25,6 0 0,-1 1 0,-1-1 1,-1 1-1,-1 0-1,7 0 1,-1 1 0,-2 0-1,-1 0 109,-8-1 0,-1 1 1,-2 0-1,-1 1-97,5 0 1,-1 0 0,-4 0 536,9 0 1,-6 0-505,-16 0 0,-5-1 1992,2 0-1760,-22-1 2186,-9 0-2885,-1 0-1302,5-1 1733,2-2 0,-3 2 0,-1 0 0</inkml:trace>
  <inkml:trace contextRef="#ctx0" brushRef="#br1" timeOffset="192145">23023 5536 15928,'-11'-43'1264,"0"0"0,0 3 0,6 9-542,10 19-173,0 3-202,0 3-213,-3 3-123,-1 1-363,-1 2 296,0 10 33,-1-4-78,0 11-50,0-5 22,7 3 12,6-2 22,10-3 50,5-5 39,3-2-10,1-2 21,0-3-5,0-1 0,-1-3 0,1-1 17,0 0 22,-5 1 79,-6 2 150,-9 2 12,-7 2-207,-4 0-45,-11 0 0,-9 0 51,-20 2 16,-15 2-39,21-1 0,-1 1-366,-6 0 0,-2 1 360,-4-1 0,-1 0 3,-6 1 1,0 0-441,-7-1 1,2 0 417,10 0 0,-2-2-273,-1 1 0,-5-1 1,4 0 333,-6-1 1,0 1-383,5-1 1,-5-1-1,4 1 349,11 0 1,2 0 0,0-1 18,-16 0 1,1 1-104,5 0 0,2 0 78,5 0 1,1 0 259,6 0 0,3 0-223,-19 1 846,19 0-947,20-1 1219,9 0-1152,19-1 970,0 0-976,33-1-16,13-3-497,-14 0 1,4 0 464,9-2 1,6 0-3,-19 1 0,5 0 0,0 1 0,-4-1-508,2 1 1,-3 0 0,4 0 504,4-1 0,4 1 0,1 0 1,-4 0-781,-1 1 1,-3 0 0,-1 1 782,1 0 0,0-1 0,2 1 0,-3 1 0,3 0 0,-1 0 0,-5 0-236,11 1 1,-2-1 233,-7 1 0,3 1 1,-7-1 288,-9 0 0,-5 1-270,5 0 1058,-25 0-1098,-20-1 2847,-19 0-2824,-25 1 8,15-1 1,-3 0-209,-7 0 0,-3-1 200,-6 0 0,-2 0 6,-2 0 0,-1-1-10,21 0 0,-1 1 0,1-1 4,-22 0 0,1 0-6,0 0 1,0 0-1,20 1 1,1 1-1,-2-1-11,-10 2 1,-2 1-1,3-1-814,-3 0 1,-1 1 819,3 1 0,-2 1 0,3-1-6,-2 2 0,1-1-179,11 0 1,-2 0 0,2-1 189,-5 1 1,1 0-7,-6 1 1,4-2-11,3 1-2281,-11 1 2252,40-3 649,7 0-654,9-2 2057,1 0-1973,0-5 587,0-2-587,0-2 3437,-1 1-3415,0 5-128,0 1-73,0 0 61,0 7 90,0 2 56,-5 16-34,-1 9-10,-4 14-1,-2 7-11,1 1 33,2-2-27,3-13 50,3 19-3409,3-29 3381,1 10 207,0-24-39,0-11 465,0 0 40,0-5-2606,-3-16 1933,1 3 1937,-9-40-1954,4 21 3,0 0 0,-1-2-8,-2-12-2111,-5-14 2111,7 23 2160,-1 2-2155,6 24 332,0 3-449,0 6-29,-1 13 141,0 1 0,-10 31-18,2 9 1,-1-1 11,5 0-22,6-15 3414,3-1-3381,4 7-5,-2-16 33,4-5 151,-6-17 62,0-2-123,-1-11-67,-1-23-40,0-11-8,0 12 0,0-1-3,0-16 12,3-9 10,0 20-5,3 0-5,-2 15-107,-1 11-28,-1 10 95,-2 20-112,-5 18-73,1 3-1190,1 0 1,0-1-2076,1 2 2788,2-5 1,0-2-1,1-12 1,1 0 0</inkml:trace>
  <inkml:trace contextRef="#ctx0" brushRef="#br1" timeOffset="193078">21224 6626 16084,'-21'-59'2265,"-1"0"0,3 9 0,4 10-1801,11 21 108,4 10-466,-1 5-151,1 3 51,0 14 27,1 14-38,0 6-54,0 5 0,1 3-226,-1-6 1,-1 2-425,1 17 1,0 2-843,-1-18 1,0 0 1550,1 24 0,1-5 0,-1-17 0,0-6 0,1 0 0</inkml:trace>
  <inkml:trace contextRef="#ctx0" brushRef="#br1" timeOffset="193304">20943 6668 15287,'-1'-42'1323,"0"0"0,0-1 0,0-1 0,0 0 0,0 5-1181,1 3 1,0 2 28,-1-6 0,1 3-48,2-2-123,7-6 142,20 6-265,0 17-370,31 6-678,-4 26-2632,-12 8 0,0 3-973,-14-5 1,-3 1 4775,5 7 0,-5-1 0,-15-10 0,-5-6 0</inkml:trace>
  <inkml:trace contextRef="#ctx0" brushRef="#br1" timeOffset="193493">21084 6828 20873,'-39'2'1089,"-1"0"1,-20 1-1252,75-18-62,22-5 2,-5 5 1,5 1-752,9-2 1,2 1 401,7 0 0,0 2-687,-2 2 1,0 2-1922,-4 1 1,-3 1 3178,-10 4 0,-3 0 0,5 0 0,-20 2 0</inkml:trace>
  <inkml:trace contextRef="#ctx0" brushRef="#br1" timeOffset="193678">21754 6619 15546,'3'-6'6279,"-2"0"-5416,-1 6 1456,0 0-2398,-7-31 62,0 37-27,-6-16-12,5 38-320,3 17-990,6-2-2737,5-10 0,1 1 4103,5 15 0,3-10 0,-9-25 0</inkml:trace>
  <inkml:trace contextRef="#ctx0" brushRef="#br1" timeOffset="193869">22002 6332 17882,'-3'-9'3019,"2"1"-2666,-16-24 0,-4-5-331,9 11-409,-9-13 1,3 6 17,15 27 5,3 11-891,5 15-8576,8 23 9496,-3-12 1,2 4 0,-10-28-1</inkml:trace>
  <inkml:trace contextRef="#ctx0" brushRef="#br1" timeOffset="194360">22221 6501 19960,'4'-50'1355,"0"1"0,0-3 1,-1 9-746,-2 20-208,0-2-441,-1 17 47,1 14-3,1 4 18,14 43-23,-4-16-20,5 17 1,0 6-479,-7-19 0,-2 2 499,0-1 1,0 2 0,-1-3-2,-2 1 0,-3-1 3,-3 15 0,-4-2-244,-9 7 280,3-20 0,-2-3 73,-15 2 129,1-17-73,7-13 213,-5-14-235,8-14-17,-5-19-29,10-16-69,11 21 0,3 0 958,5-21-978,9 15 0,4 4 400,4-1-400,8 4 0,3 4-28,13 7 3,-12 8 0,0 4-14,25 11 17,-14 6 0,-16 8 0,-2 4 5,6 13-22,-11-3 0,-3 2 6,-4 7-29,-13 16-72,-21-21-123,-17 7-9,7-23 0,-1-3-160,-24 5-952,6-13 1,0-5-4778,-15-11 5465,22 2 1,2-1 0,6-6-1,16 4 1</inkml:trace>
  <inkml:trace contextRef="#ctx0" brushRef="#br1" timeOffset="194845">22856 6375 17563,'2'-4'5092,"0"1"-4146,-2 3-806,9 26 207,1 21-230,2-6 1,1 1-236,-5-8 0,1 1 165,4 8 1,-1-2 8,-2 0 0,-3-2 0,-2 1 11,-4 10-22,-2 9 84,-13-6-28,5-27 201,-5 4 343,9-20 274,2-10-678,1-10-162,-1-13 16,0-15-22,2-11-6,7-3-17,5 5-5,9 9-34,-3 14-50,16 4 22,-2 15 12,7 0-4,-7 12 1,0 4 8,5 4-6,-1 2 1,1 4-12,-10-1 0,-3 2-11,17 24 6,-16 7-6,-38-12-62,-21-3-232,8-22 0,-4-3 72,-4-2 1,-2-4-320,-4-1 1,0-3-720,0-5 0,2-3-2023,-21-5 3311,11-11 0,32 12 0,4-1 0</inkml:trace>
  <inkml:trace contextRef="#ctx0" brushRef="#br1" timeOffset="195468">23798 6803 16051,'3'-9'2654,"6"-23"1,0-4-1411,-4 4-704,4-7 1,-2 2 204,-11 12-560,1 11-17,-11 7-168,-10 20-17,-1-1 11,-16 27-16,11 5-209,13-16 1,1 1 216,4 3 0,3 0-162,-1 28 192,19-3-4,16-7 10,19-11 28,13-13 57,2-13 66,-3-15-61,-18-5 231,-1-27-181,-24-2-61,-2-22-40,-23 0-33,-12 1-5,-10 5-12,-2 11-28,1 12-151,9 12-342,8 9-873,9 9-2891,5 11 4274,8 4 0,-3-3 0,3-4 0</inkml:trace>
  <inkml:trace contextRef="#ctx0" brushRef="#br1" timeOffset="195770">24435 6384 24603,'-57'27'5,"-1"0"1,20-2-1,1 4 1,8 1-497,9 2 0,6 3 471,-3 18 1,7 1-12,13-17 1,5-2-49,4 10 1,5-1-146,8-3 0,5-2-303,4-3 1,4-4-881,4-2 1,2-5-583,3-3 1,0-5 1988,-4-3 0,-3-4 0,12 2 0,-24-9 0</inkml:trace>
  <inkml:trace contextRef="#ctx0" brushRef="#br1" timeOffset="196154">24898 6573 19188,'-3'-4'4105,"0"1"-2750,3 3-1338,2-55 5,17 38-22,0-11 0,3 5-11,29 32 5,-20 2 1,-3 2 5,7 14-34,-7 17-3374,-20 11 3408,-6-9 8,-8-13 0,-7 0-10,-7-8 0,-3-2 13,-14 17 11,7-16 1,0-3 0,-12 4-23,9-6-6,6-1-11,22-12 28,6-2-5,18-1-73,22-2-45,-8-2 0,3-1 928,17-2 1,4-1-1291,-6-2 1,-1-1 123,0-1 0,-3-1-826,-4-3 0,-4-2-2328,-11-1 1,-2-2 3503,3-1 0,-2 0 0,3-8 0,-16 10 0</inkml:trace>
  <inkml:trace contextRef="#ctx0" brushRef="#br1" timeOffset="196360">25444 6392 15743,'-5'-6'8155,"0"2"-7606,5 4 134,0 0-218,-35-62-381,32 47-39,-21-37 0,49 73-28,-1 6-1677,4 12 0,0 3 1672,5 11-16,-9-9 0,4 8 0,-4-4-346,-4 0 1,-2-1 334,-2-2 0,1 2 0,-3-3-22,-3-2 1,-4-1-197,-4 4 1,-6-2-698,-7-10 1,-5-1 929,-13 12 0,-1-4 0,-6 4 0,-8-8 0</inkml:trace>
  <inkml:trace contextRef="#ctx0" brushRef="#br1" timeOffset="200960">21224 5614 17552,'3'-45'1385,"0"0"0,-1 5 0,0 10-1239,-2 23-404,0 4 331,0 21-50,0 6-7,-3 22 7,0 3 16,-1 4 17,-1-3-28,2-13 56,0 1 135,2-21 1069,0 2-733,1-15 139,0-7-498,0-8-56,-3-11 6,-1-13 10,-2-10 24,0-5 39,3 1 16,1 6-123,2 13 84,0 6-101,0 14-274,0 3 184,1 19-5,1 10-235,1 38-997,1 1-2906,-1-19 1,1 0 4137,0-8 0,0-4 0,2 11 0,-2-19 0</inkml:trace>
  <inkml:trace contextRef="#ctx0" brushRef="#br1" timeOffset="202929">24259 5728 8438,'0'-6'9830,"0"2"-8216,0 4 329,14-66-1091,-9 47-701,3-18 0,-1 6 219,-5 29-437,-2 1 78,0 11 34,0 8-28,2 6 22,1 14 11,2 0-22,1 22 0,-2-8-17,-1-6 17,-2-10 40,-1-16 212,-1 0-107,0-10 376,0-5 123,-1-7-509,-2-8-96,-1-1 168,-8-34-195,8 19-7,-5-22 74,10 9-63,-1 16 46,1-13-40,0 26-195,-1 1 50,0 13 106,-2 11 0,-1 15-11,0 2 0,-1 19 6,2-4-12,0 11 0,5 2 12,0-22-6,5 0 28,-3-25 101,0-4 100,-1-6-38,1-18-174,0 2 16,4-26-5,-1-1-6,-3 5 1,1-1-6,3-15-6,-3 12 0,0 1 28,0 7 1,1-7-46,-4 26-61,-2 6-45,0 8 95,0 8 28,0 27-22,-2 6 0,1 7 11,-1 4 0,2-12-34,1 9 45,2-9 17,0-10 0,1-15 230,-2-8-118,-1-15-118,0-2 6,0-16-11,-2-8 17,-3-17-23,1 15 0,0-2 6,-3-24-11,1-2 16,2 30-39,1 13-28,1 11-95,1 6 62,0 9 67,0 20 5,0 8 1,2 18 27,2-3-16,1-12-23,3 14 28,-3-24-11,1 5 11,-3-17 185,-2-11-28,1-5-123,-2-6-23,1-15 40,-3-22-45,1-7-6,-2-1 0,3-1-33,1 27-62,0-3-79,0 19-1315,2 9-1295,5 11-7058,9 9 8448,-2-1 1,-2-4-1,-9-10 1</inkml:trace>
  <inkml:trace contextRef="#ctx0" brushRef="#br1" timeOffset="203227">25498 5610 22263,'-4'-6'2553,"0"2"-2323,4 4-241,0 0 16,-14 8 1,16 15-1,-7 15-58,16 1 0,3 2-70,1 9 11,-5-15 0,-2-2-773,-4 6 163,-1-11-3838,-3 18 3712,-1-23 0,0 1 0,0-16 0</inkml:trace>
  <inkml:trace contextRef="#ctx0" brushRef="#br1" timeOffset="203518">25376 5812 9783,'-7'-3'7696,"2"1"-5243,5 2 1065,0 0-3171,-51-20-218,39 15-90,-38-15 129,67 20-34,15 2-89,9 0-1601,14-1 0,2 0 1629,2 0 0,3-1 0,0 0-200,0-1 200,-27 1 0,0-1 33,21-1-22,-16 1-11,-13 0 17,-14 1 3193,-7 0-3328,-6 0-1473,0 0 1518,0 2 0,0-1 0,0 1 0</inkml:trace>
  <inkml:trace contextRef="#ctx0" brushRef="#br1" timeOffset="207671">27203 5203 10982,'-49'-5'832,"-1"0"1,5 1 0,7 4-290,12 7-235,10 1 6,7-3 167,8-2 1569,12 0-1434,-2-1 320,26 2-359,8-2-697,-10-1 1,3 0 231,7 0 0,2-1-48,8 1 1,1-1-26,8 1 0,2-1-621,-16 0 1,1-1 0,1 1 626,5-2 0,1 1 0,1-1-20,-10 0 0,0 0 0,1 0 0,1 0-1,2-1 0,2 0 0,-1 0 0,1-1-10,2 1 0,0-1 0,0 0 0,-1 0-13,0 0 0,0 0 1,0-1-1,-1 0 6,-4 0 0,1 0 0,-2 0 0,-1 0 11,10-1 1,-2-1 0,-2 1 7,-7 0 0,-2 0 1,-1 0-72,9-1 1,-4 0 105,-10 2 1,-4 0 106,11-1 73,-20 3-40,-15 1 296,-8 2-1007,-3 0 2265,-3 5-2757,-3 3-5793,-3 7 6795,1 0 0,3-5 0,3-4 0</inkml:trace>
  <inkml:trace contextRef="#ctx0" brushRef="#br1" timeOffset="210455">28283 5363 21416,'31'-48'118,"-8"22"-90,-25 53 73,-1 30-73,3-23 5,4 4 1,0 1-6,3-5 2,0-3 1,0 2 59,3 11-6,-1-5 219,-4-5 520,-4-22 695,-1-9-1378,-3-20-39,-3-7 5,-3-22-5,-1-4 5,3-5 6,3 2-21,2 4-47,3 13 102,3 0-73,-2 21-96,1-1-111,-2 14 134,-3 20 6,-6 36-6,3-10-6,1-4 0,0-1 6,2 6-5,1 7 16,0-12 39,1-14 202,0-13 549,0-9-728,3-29 0,0-6-23,3-29-5,1-1-133,-2 28 0,0 1 150,5-27 16,1 12-39,-5 17-56,-2 14-201,-3 12 95,-1 15-191,0 15-762,-1 22-215,1-15 1,-1 2 1061,1 10 0,0-1 0,0 6 1,0-1-1</inkml:trace>
  <inkml:trace contextRef="#ctx0" brushRef="#br1" timeOffset="211241">28044 6586 15272,'-1'-49'2642,"1"1"0,-1 0 0,-3 9-1830,-7 16-549,-6 4-173,-17 25-79,6 5 3,3 7 0,0 6-477,4 2 0,0 3 457,-5 11 0,0 4-852,1 8 1,3 4 853,7-15 1,2 1-1,1 1-11,1 3 0,1 2 0,1 0-341,0 2 0,2 2 0,1-2 261,-1 10 0,2 2-170,2-2 0,2 4 0,0-4 144,3-3 1,2-1 107,-2-6 0,0 3 0,0-7 38,2-6 0,0-6 31,-4 4 50,-16-26-89,-20-47-14,11 0 0,0-4 11,3 3 0,1-3 183,-1-18 0,4 0-91,10 19 1,2 2 644,-1-8 0,3-1-709,4 8 0,4 2-42,14-26-17,0 35 0,5 2-20,7 0 1,4 3-14,8 0 0,3 2-3,-3 3 1,2 1 0,-2 1 29,3 0 1,1 0 5,4-2 0,4 0 1,-7 1 192,-15 5 0,-1 0-171,24-10 1,-1 0-2866,4-5 2891,-26 11 0,-2-1 154,14-9 260,-18 5-81,-15 1-95,-8 5-135,-4 1 502,-1 4-406,-1 4 284,-1 1-559,1 3 3381,-3 8-3342,-6 17 12,2-2-23,-5 22-61,11-7-225,0 14-638,10 2-1445,2-2-5466,7-7 7852,-4-11 0,-4-16 0,-4-10 0</inkml:trace>
  <inkml:trace contextRef="#ctx0" brushRef="#br1" timeOffset="211414">28570 6467 18358,'0'-9'3781,"0"3"-3792,0 6-1132,0 0 113,3-46-2745,-2 52 3775,2-33 0,-4 48 0,1-7 0</inkml:trace>
  <inkml:trace contextRef="#ctx0" brushRef="#br1" timeOffset="211890">28844 6469 25147,'23'-25'-129,"-4"8"134,-9 43 1,-3 13-12,4 7-835,1 5 1,-2 3 848,-5-17 1,-1 1 5,3 15 0,-3 0 90,-6-14 0,-2-3-42,-7 23 66,-4-16 153,0-18 889,6-12-963,4-11 17,3-14-145,1-12 803,1-17-871,10-10-6,10-4 12,1 25 0,3 3-28,10-9 28,18 0-45,-21 25 317,15 6-284,-9 17-21,3 16 27,-15 2-22,-4 16-3398,-14-4 3409,-13 11-33,-11-23 1,-6-2 26,-3-5 1,-3-4-7,-2 0 1,-1-3-51,-5-6 1,0-5-556,-19-2-75,24-5 0,0-5-9139,-12-25 8182,20 6 1,15-3-1,9 22 1</inkml:trace>
  <inkml:trace contextRef="#ctx0" brushRef="#br1" timeOffset="212357">29490 6310 24603,'-2'45'166,"-1"0"1,0-1 0,-1 21 0,1-5-123,4-20 1,0-3 12,2 23-26,0-27 0,0 1 53,2 26-56,-1-11 67,-2 11-39,-2-41 218,0 5 320,-1-20 78,1-10-583,0-14-33,3-20-39,1-2 0,2 10 0,2-2 44,10-22 6,-3 19 1,1 1-7,9-13-33,0 10-28,-9 25-5,-3 9-40,19 8 34,0 11 11,18 14-23,-6 13 12,-7 8 6,-14-8-7,-14 7 1,-36-4-6,3-8-31,-17-10 1,-7-6-96,13-11 1,0-3-194,-16 4 0,1-4-275,-12-7-6323,6-21 6934,37 1 0,0-2 0,18 11 0</inkml:trace>
  <inkml:trace contextRef="#ctx0" brushRef="#br1" timeOffset="212708">30284 6549 19425,'-27'35'58,"1"0"1,0 0 0,-8 9 0,8-5 2105,16 7-2125,9-24 1123,15 24-960,5-24 598,14 4-458,0-14 1773,2-8-1925,-7-7 478,9-16-382,-15-4-84,7-16-62,-17 0-45,-5-2-22,-13 1-34,-6 6-28,-4 9-67,-18-3-263,10 14-1238,-13-3-1014,16 10 1723,-1 5 0,14 1 0,0 1 0</inkml:trace>
  <inkml:trace contextRef="#ctx0" brushRef="#br1" timeOffset="214175">30681 6307 19697,'40'-43'1086,"0"-1"1,-4 4 0,-8 12-863,-21 23-28,-4 5-151,-2 4 336,-11 26-163,-8 15-173,3-9 0,-1 4-440,-2 3 1,1 1 396,0 2 1,2 0-14,3 0 0,3 0-6,3-3 0,5-1-238,6-4 0,5-1 64,5-4 1,4-1-353,8-3 0,4-3-639,4-2 0,3-3-2514,4-3 1,1-4 3695,-5-4 0,-2-3 0,11 1 0,-22-8 0</inkml:trace>
  <inkml:trace contextRef="#ctx0" brushRef="#br1" timeOffset="215274">31300 6492 9800,'2'6'8995,"0"0"-7942,-2-6 3350,0 0-3659,0-53-161,1 34-157,-1-39-168,0 51-169,1 4-246,-1 2 85,1 8 83,1 6 11,1 13-16,1-1 5,0 22-22,-3-14 0,-2 14 22,-3-15 0,-3-7 45,0-7 140,2-9 157,2-5-107,0-9-156,-2-9-12,-3-14-27,0-16-18,2-14-2,4 26 0,1 0 64,4-27 101,0 11-140,0 23-67,-1 10-107,-2 13 118,0 25-11,1 4 0,1 13 11,2-10 0,2 2-140,12 28-356,1 0 109,-7-28 1,1-3-1076,2 6-1411,-1 3 2873,-5-8 0,-6-15 0,-1-6 0</inkml:trace>
  <inkml:trace contextRef="#ctx0" brushRef="#br1" timeOffset="215515">31656 6200 19266,'1'-7'4811,"-1"2"-3865,0 5-368,0 0-466,17-15 17,6 37-79,11-14-8,-9 21 0,-1 10-20,-2-7 1,0 4-21,6 19 1,-4 5-1065,-9-8 1,-8 1 825,-8-11 1,-5 2 0,-4-4-244,-8 3 0,-5-4-786,-8 2 0,-4-4 1265,0-5 0,2-5 0,-4 4 0,0-2 0</inkml:trace>
  <inkml:trace contextRef="#ctx0" brushRef="#br1" timeOffset="216557">28311 5625 19182,'-12'-56'1055,"-1"0"0,2 9 0,3 6 115,12 1-520,0 17-202,3-5-320,-3 17-49,-2 7-79,1 9 28,0 12 17,2 17-12,0 18-25,-4-21 1,1 3 10,-1 2 1,-1 1-530,0 2 0,0-1 493,0 21-144,1-21 0,1-2 183,1 7 1,1 4 100,0-19 208,-2-20 313,1 1 948,-2-11-1340,2-8 232,-1-12-450,0-3 16,-1-6 0,-1-1-16,-1-7-3,0-9 0,-1-1 8,-2-5-3,2 18 1,-1 0 69,-1-2-50,1 16-28,2 12-134,-2 7 22,2 9 72,-3 11 1,0 3 28,-4 40-28,4-23-6,0 8 0,0 1 28,2 7-11,1-17 0,0 0-11,2 11 6,1-12 10,0-12 34,0-11 101,0-8 96,0-2-52,-1-8-139,3-5-45,2-7 6,0-2-101,-1 3-908,-3 6 1003,-4 4 0,2 5 0,-3 1 0</inkml:trace>
  <inkml:trace contextRef="#ctx0" brushRef="#br1" timeOffset="217364">26497 5722 18016,'0'-5'5316,"0"0"-3322,0 5-1915,4-59-136,-7 47 40,-3-36 45,-16 72-16,-8 14-1,-6 11-302,9-7 291,5 9-14,16 1 36,11 0 1,6-6 89,34-8 5,-5-21 46,21 1 77,-12-18 85,-7-10 6,-11-10-102,-11-10-89,-9-10-84,-7 4 90,-12-24-29,-5 19-66,-4-8 351,-16 6-408,16 25 16,-17-12-178,18 21-308,-6 1-1104,3 16 1580,-6 10 0,11-5 0,-1 3 0</inkml:trace>
  <inkml:trace contextRef="#ctx0" brushRef="#br1" timeOffset="224120">13403 3220 10371,'2'-7'2773,"-1"1"-1670,-1 6 2728,0 0-3417,12-18-38,-9 16 134,8-13 89,-13 22-84,-2 2-56,-4 3-50,-4 3-101,-5 2-67,-2-1 57,0-2-102,6-5 621,2-5-150,7-2-191,0-5-252,3-8-124,1-11-38,6-9 0,15-13-51,-2 14-6,20-6 1,-6 23-17,12 2-6,2 11 17,1 13 0,-1 13-369,-1 13 355,-25-15 0,-3 3 2,-2 3 1,-5 1 2,-5 4 1,-4 1 5,-8 4 1,-6-1-1,-7 4 0,-5-2-456,-5 0 1,-5-2 463,-3-2 1,-1-3 11,1-5 0,0-3-107,3-5 0,1-3 169,-18 5 100,18-11-67,16-9 203,22-8-298,18-5-6,24-7-28,-11 6 1,1 2 207,-3 1 0,1 0-454,8 1 0,4 0 0,-2 0-1283,9 1 0,1 1-510,-2 0 1,4 0-1,-3 1 2056,9 2 0,-6 0 0,-17 0 0,-4 1 0,6 1 0</inkml:trace>
  <inkml:trace contextRef="#ctx0" brushRef="#br1" timeOffset="225615">19906 3352 14001,'19'-56'2408,"0"0"0,-2 4 1,-3 11-1698,-8 22 455,-2-1-718,-1 7 235,-1-1-711,-2 12 73,-4 24-29,-2 16-16,1-7 0,0 4-174,-2 12 0,0 2 176,2-5 1,0 0-3,0-1 0,1 0 3,3-4 0,0-3 14,0 15 5,1 4 34,0-16 90,-1-15 492,-1-13-447,-1-9-28,-3-11 5,-6-23-96,0-13-32,0-6 18,8 5 1,1 1-20,1-7-8,1 3 0,1-2 81,2-7-51,0 22 0,-1 1 11,3-7-3320,-2 13 3209,-1 23-51,0 10 62,3 27-1970,1 13 1998,1 12-723,-2-9 0,-1 3 723,-1-13 0,0-1 758,0 8 1,1 1-762,1 1 0,1-5-8,1-1 11,6 22 39,-5-37 12,-1-6 2385,-3-8-2318,-2-19 3374,-1-19-3475,0 1-9,-2-10 1,1-2 8,-1-5 11,-1-13 0,0-3-454,1 3 437,0-7 1,1 1 27,1 3-20,0 20 1,0 3-70,0 8 11,0 13-12,0 17 1,0 14 39,2 16 11,0 3 0,0 4-6,0 0 0,1 1-400,-1 12 1,-1-1 399,0-17 0,0 1 12,-2 9 0,-1-1-638,-3 8 649,0 1 22,-2-28 79,-1-22-46,-6-12-27,-9-14-22,2-5 16,-7-26 447,17 27 0,1-4-453,-1-19 1,1-3-9,3 9 1,2 1 30,3-5 0,2 4 734,3-2-717,2 8-157,-3 28 11,1 6 39,0 15-111,3 19-959,4 22 168,-3-6 936,-4 7 0,-2-2 0,-2-19 0,-2 28 0</inkml:trace>
  <inkml:trace contextRef="#ctx0" brushRef="#br1" timeOffset="226177">16836 3445 21539,'1'-62'1285,"0"1"0,1-2 0,0 11-787,2 29-235,0-3-229,-2 19-1,0 16 7,2 14-12,3 25-28,-3-15 0,0 3-3,0 7 0,0 0-8,-1-6 0,0 0-477,1 11 0,1-1 255,0-10 1,2 0-852,4 14 0,3 1-907,-2-14 0,1-1 1367,1-2 0,0-4 0,-1-4 1,-6-15-1</inkml:trace>
  <inkml:trace contextRef="#ctx0" brushRef="#br1" timeOffset="226476">16593 3638 14897,'-9'-3'6066,"2"0"-4839,7 3 190,0 0-1205,-26-30-116,37 21 200,41-25-220,-8 28 0,7 5-484,-4-2 1,4 1 0,-1-1 442,-5 0 1,-1 0 0,-1 1-11,7-1 0,1 0 29,-7 0 0,2 0 1,-6 0 1,20-1 36,-5-1 0,-3 0 26,-15 1-17,5-2-62,-30 3-1708,-9 3 1669,-30 6 0,20-5 0,-19 5 0</inkml:trace>
  <inkml:trace contextRef="#ctx0" brushRef="#br1" timeOffset="228793">19503 683 30453,'42'-11'-3439,"17"2"2774,-25 8 1,2 1-82,14 1 0,2 1 479,2 3 0,-1 2-83,-3 0 0,-2 3 97,-1 1 0,-6 4-79,-10 14-620,-39 5 692,-35 4 142,7-16 1,-5 0-484,-8 0 0,-2 0 515,-3 1 0,-2-2 148,3 0 0,1-2-155,7-2 0,3-1 149,9-4 0,5-1 28,-4 1 530,25-9-496,29-13-101,28-10-9,-9 3 1,2 0-359,-4 2 0,2-2 358,14-4 1,3-3 30,-4-1 0,-2-3 14,-2 0 0,-3-1-14,-4 2 1,-7-2 128,-15-3 1,-9-1 619,-12-9-788,-6-8 409,-26 12-263,-17 10 100,-3 4 34,-4 6-168,26 13-61,10 3-46,14 5 896,6 15-879,7 8-50,10 19 11,0-7 42,0-3 1,0 1-26,1 4-76,0 6 1,-1 3-798,-2 9-808,-4-15 1,-1-2-3345,1 11 5025,0-5 0,-6-30 0,-1-2 0</inkml:trace>
  <inkml:trace contextRef="#ctx0" brushRef="#br1" timeOffset="229318">20968 618 22503,'0'-47'293,"0"0"0,1 3 1,6 9-261,12 15-2,10 7 0,2 3-37,1 3 3,3-1 1,1 4-21,3 12 34,9 8-16,-12 3-12,-11 2 0,-2 4-78,1 15 61,-7-8 1,-5 1 44,-16 26 8,-7-28 1,-3-2-1,-7 0 1,-3-3 5,-3-2 1,-1-3 21,0-3 1,0-3 131,-25 5 118,8-10 61,8-12-167,14-2 274,6-16-359,13 5-67,11-9-28,13 6-5,16 4 0,13 6-29,11 6 17,-27 4 1,1 3-240,1 1 0,-1 2 211,-2 3 0,-1 1-199,18 15 166,-22 4-45,-32 13 45,-11-12-42,-8-7 0,-7-1-118,0-6 0,-2-2-712,-12 4 0,-2-1 79,-1-1 0,-2-2-1364,2-3 1,3-2 2223,7-3 0,4-2 0,-8 1 0,24-5 0</inkml:trace>
  <inkml:trace contextRef="#ctx0" brushRef="#br1" timeOffset="229626">20924 1499 19156,'-55'8'1575,"0"0"1,10-3 0,5 0-751,4-1-442,23-9-404,27-4 13,25-10 13,-5 7 0,4 0-1134,13-3 0,4 1 1012,-14 4 0,3 1 0,0 0-57,2 0 0,2 1 1,-1 0-94,1 0 1,0 2-1,0 0-192,-4 1 1,1 1 0,-2 0-679,16 0 1,-2 2-1306,-10 2 0,-3 2 2402,17 2 1,-30 1 0,-18-2 0</inkml:trace>
  <inkml:trace contextRef="#ctx0" brushRef="#br1" timeOffset="229868">20778 1713 24010,'46'-13'138,"1"-1"1,-1 1 0,1 0 0,1 1 0,-2 0-47,15-1 1,0 0-891,-19 5 1,0-1-1,0 1 941,20-4 1,-1-1-8,-6 2 0,-1 0 404,-8 1 1,-2 0-442,-5 2 0,-4 0-71,6-1 457,-13 2-614,-24 6-799,-2 1 926,-11 0 1,5 1 0,-4-1-1</inkml:trace>
  <inkml:trace contextRef="#ctx0" brushRef="#br2" timeOffset="275599">14259 11119 11435,'-52'-19'806,"-1"0"1,3 0 0,4 0-376,-5-8-3049,21 12 1,-2-1 2819,-3 0 0,-5 1-36,-4 0 0,-5 0 1,3 1 78,0 0 0,0 2-217,2 0 0,-2 1 0,2 1 50,-7 1 1,0 2 2,-7-1 0,-4 0-86,9 2 1,-4 0 0,0 0 56,-2 2 0,-1-1 0,-3 2-9,3 0 1,-3 1-1,0 1 1,4 0-33,1-1 0,2 2 1,-2 0-5,9 0 1,-3 1 0,-1 0 0,1 1 0,3 0 3,-12 1 0,3 1 0,-2 1-402,3 0 0,-2 0 1,0 1-1,-1 0 402,0 1 0,0 0 0,-1 1 1,1 0 0,-1 1 1,-1 0-1,1 2 1,0-1 130,-2 2 1,1-1 0,0 1 0,-1 1-140,13-2 1,0 1 0,0 0-1,0 0 1,1 0-7,-1 1 1,1 0 0,-1 0 0,1 2 0,-2 0-8,-6 3 0,-3 2 0,1 1 0,1-1 0,4-1 3,4-1 1,4-2-1,0 1 1,-4 2-21,-5 4 0,-4 2 1,-1 2-1,4-1 0,7-4 1,-7 6 0,3 0-2,8-4 0,-5 4 1,2 0-1,5-1-72,-8 10 1,5 1 46,10-7 0,0 3 0,2 0-1,4-1 1,2 2 0,3 2-21,0 7 0,3 4 0,2-3 53,0 2 1,4 1-4,4-3 1,3 3 0,4-3 286,7 1 1,5-1-288,2 13 1,8 1 68,6-11 1,5 1 0,1-4-11,1 4 1,7-1 6,2-9 1,8 4-1,1-3 1,-4-5 236,4 0 0,4-3-237,-3-3 1,7 4-1,3-2 1,-2-3-169,-11-9 1,0-3 0,0-1 0,2 0 161,1 0 0,1 1 0,3-1 0,1 0 0,2-1 29,1-2 0,3 0 1,2-1-1,1 0 0,-1-1 1,-1 0-160,-4-2 0,0 0 0,-1-1 0,0 0 0,0 0 0,0-1 121,0 0 1,0 1 0,-1-1 0,1-1 0,-1 0 0,1-1-119,0 0 1,0-1 0,1 0-1,-1-1 1,-1-1 0,-1 0 141,4 0 1,-2-1 0,0-1-1,0 0 1,3 0-53,0-1 0,1 0 0,1 0 0,2-2 0,1 0 0,1-1 67,-9 0 0,1-2 1,3 0-1,0-1 0,-1 0 1,-1 0-1,-1 0 0,-4 0-30,3 0 0,-4 0 1,-1 0-1,0 0 1,1-1-1,3-1 19,-3-1 1,3 0 0,2-2 0,1 0 0,0 0-1,-2 0 1,-2-1 0,-3 1 31,10-4 1,-4 0-1,-2 0 1,1-1-1,2-1-11,-1 0 1,2 0-1,1-2 1,0 1 0,0-2-1,-1 1 5,-4 0 0,0-1 0,0 0 0,-1-1 1,0 1-1,-2-2 7,-3 2 1,0-1 0,-1-1-1,-1 1 1,0-1 0,-2-1 84,4-2 0,-1-1 0,0 0 0,-3-1 0,-1-2-71,-2-3 0,-1-1 0,-1-2 0,-3 1 0,-3 2-77,5-5 0,-4 1 0,-5-3-39,0-11 0,-6-4 0,-13 4-158,-20 1 0,-18 2-212,-1 13 1,-9-1 0,-6 1 0,-1 4-947,-5 1 0,-3 4 0,-4 1 0,-1 2 1329,5 2 0,-4 1 0,0 0 0,2 3 0,3 2 0,-7-1 0,4 4 0,4 2 0,1 2 0,0-1 0</inkml:trace>
  <inkml:trace contextRef="#ctx0" brushRef="#br2" timeOffset="277291">8014 11637 8360,'-8'-3'2056,"2"1"-1869,-27-10 1,-9-2-753,-1 1 613,-11-4 0,-4 0 5,24 8 0,1 1-387,-5 0 0,-3 0 412,-4-1 1,-1 1 94,-5 0 1,-2 0 103,-5-1 1,-2 1-259,17 3 1,-1 0-1,0 0 216,-4 0 0,0-1 1,2 2-96,-11-2 0,-2 1-10,0 0 1,-4 0 0,2 0-102,16 2 1,1 0 0,-2 0-518,-2 1 0,-4-1 0,0 0 0,1 0 471,-8 0 0,1 0 1,0 0 10,-1 0 1,-1 0-1,-1 0 4,-1 0 0,0-1 1,0 1 3,13 0 1,0 1 0,1-1 0,1 0-638,-4 0 1,2 1-1,-4-2 660,-5 1 0,-5 0 1,-1-1-1,5 1 21,-2 0 1,4 0 0,-5 0-211,12 1 1,-5 0 0,0 0 0,-1 0 0,3 1 188,-5-1 0,2 1 0,0 0 1,0 1 18,0-1 1,-1 1 0,0-1 0,0 2-9,1-1 1,0 1-1,0 0 1,0 1-22,2-1 0,0 1 1,-1 0-1,0 0-188,4 1 0,-2 1 0,0 0 0,1 1 0,4-1 169,-12 1 1,5-1-1,-4 2 6,1 1 1,-3 0 0,0 1 0,5 0 14,2 0 1,5 1 0,-3 0-18,3 0 0,-2 0 0,0 1 0,0 1 1,2-1 0,-1 1 1,0 1-1,-1 1-3,-8 3 1,-2 2 0,1 1 0,4-2-11,2 0 1,3-1 0,-2 3-12,2 1 1,-2 1 0,0 2-1,5-1-15,5-1 1,3 1 0,0 1-21,-7 6 0,-2 1 1,2 2-24,4-1 1,2 1 0,2 2-92,0 6 0,2 3 1,3-1 27,8-6 0,3 1 1,2-1 50,-8 17 1,6-1 450,10 0 0,8 0-439,8-8 0,4 0-17,3 14 0,8 1 0,5-10 1,7 1 0,2-3-12,1-4 1,2-3 0,2-1 197,0 1 0,2-1 0,2-3-291,9-2 0,3-2 1,0-3 282,-3-6 1,0-2 0,4 0-129,-3-2 1,3 0 0,2 0 0,0-2-83,-7-3 1,0-2 0,1 0 0,0-1 0,1 0 157,4 0 0,0-2 0,1 0 0,1 0 1,0-1 15,3-1 1,2 0 0,0 0 0,1-2 0,0 1-190,-7-2 0,0 0 1,1-1-1,0 0 1,1 0-1,0-1 188,2 0 1,1 0 0,0 0 0,1-1 0,0-1 0,0 1-78,-6-1 0,0-1 1,0 0-1,0 0 0,1 0 1,0-1-1,-1 0 91,2 0 1,0 0-1,0 0 1,0-1 0,1 1-1,1-2 1,1 0-44,-6 0 0,3 0 0,0-1 0,2 0 0,-1-1 0,0 1 0,-2 0 0,-1-1 0,-2 1 20,8-1 1,-4 1-1,-1-1 1,-1 0 0,2 0-1,3-1 37,-3 0 0,3 0 0,2-1 0,1 0 0,-1 0 1,-1-1-1,-2 1 0,-4 0 58,10-3 0,-5 0 0,-1 0 0,0 0 0,3-2-42,-10 3 0,0 0 0,2-1 0,1-1 0,0 0 0,0 0 0,0-2 25,-2 1 1,1-2-1,1 0 1,-1 0-1,1-2 1,-1 1-1,-1 0 1,-2 0-20,9-3 0,-3 0 0,0-1 1,-1 1-1,1-2 0,0 0-30,-5 1 1,1-1 0,1 0 0,-1-1 0,-1 0 0,-1 0 0,-3-1 1,6-3 0,-2-1 0,-2-1 0,-3 1 0,-1 1-31,0-1 0,-2 1 0,-3 0 0,1-3 162,1-4 1,-1-1 0,-1-2-1,-5 0-87,-2 0 0,-4-1 1,-4-5-86,-6-6 0,-3-5 0,-4-1 0,-3 5-112,1-14 1,-10 3 7,-9 8 1,-8-1 0,-9 8 18,-11 15 0,-8 8 0,-5 2-237,5 3 0,-4 2 0,-2 1 1,-3 0-518,-3 1 1,-4 0-1,-3 1 1,0 1 0,2 2 813,-1 0 0,-1 2 0,1 1 0,2 1 0,7 0 0,-5-1 0,5 2 0,9 1 0,-15 1 0</inkml:trace>
  <inkml:trace contextRef="#ctx0" brushRef="#br2" timeOffset="278765">9883 8158 13301,'3'-59'266,"0"1"1,1 2 0,-4 5-323,-9-8-473,-12 0 495,4 30 1,-4 0-423,-6 0 0,-4 1 551,-7 0 1,-2 1 49,-7-2 1,-1 1 55,-6-1 1,-2 1-3,17 9 1,-2-1 0,0 1 20,-1 0 1,-2 0 0,-2 1-31,1 2 0,-3-1 1,-1 2-1,4 0-430,1 0 1,2 2 0,-4 0 283,-3 0 1,-4 0 0,0 1 0,3 2-438,-2 1 0,3 3 1,-2 0 375,2 0 0,-2 1 0,-1 0 1,-1 1-14,-1 0 1,0 1-1,-1 1 1,-3 1-11,2 0 1,-3 1 0,-1 1 0,0 0 0,2 0-401,3 0 0,2 0 1,-1 1-1,1 0 1,0 0 436,1 0 1,0 0 0,0 0 0,0 1 0,0-1 3,-1 2 0,0 0 0,1 0 0,0 0 0,1 0-309,-5 1 1,2 0 0,0 0 0,-3 0 312,2 1 1,-2 0-1,-2 0 1,1 1 0,0-1 5,1 1 0,0 0 0,0-1 0,-1 2 1,-1 0-134,2 0 1,-2 0-1,0 1 1,-1 0 0,3 0-1,3 0 120,-7 1 1,4-1 0,0 0 0,-3 2-34,9-2 1,-3 1-1,-2 0 1,0 1 0,3-1-1,4 1 35,-5 0 0,5 1 0,0-1 0,-2 2 55,3-1 0,-3 0 0,0 1 0,0 1 0,1-1-71,-9 4 1,0 0 0,0 1-1,2 0-17,2 1 1,0 0 0,2 1 0,0 1 0,3-1 0,1 0 0,1 2 0,0-1 161,3 0 0,1 0 1,1 1-1,1 0-168,-10 6 0,2 1 0,2 0-6,3-2 0,2 1 0,1 2-45,2 4 1,1 2-1,3 0-36,-4 10 0,5 1 64,4-3 1,6 2-29,12-1 0,6-1 1274,2 10-1293,11 5 0,6 4 5,1-17 0,5-1 282,0-1 0,4 3 0,3-3-182,1-5 1,4-3-1,2 0 185,4 1 1,2 0 0,4-2-248,4 0 1,3 0 0,2-2-27,-9-8 1,1-1 0,1 0 0,2-2 109,3 1 0,1-1 0,2-1 1,3 0-281,1-2 1,3-1-1,2 0 1,0-1 0,-1-1 291,-3-1 0,-1-1 0,0-1 1,0 0-1,1-1-177,-1 0 1,2 0-1,-1-1 1,-1 0-1,-2-2 172,1 0 0,-2-1 1,0-1-1,3-1 43,2-1 0,2-1 1,2-1-1,-1 0 1,-1-1-154,-6 0 1,-3 1-1,0-2 1,3 1-1,4-1 134,-5-1 0,4 0 0,3-1 0,2 0 0,0 0 0,-1 0 0,-4-1 0,-4 1-104,5-1 1,-5 1 0,-2-1 0,0-1 0,5 0 88,4-2 1,5 0-1,1-1 1,-1-1-1,-3 1 1,-7 0 0,6-2 1,-7 1-1,7-2 19,-7 0 0,6-1 0,4 0 1,1-1-1,-1-1 0,-2 0-26,-7 1 0,-1-1 0,0 0 1,-1-1-1,2 0 0,0 0-4,0 1 1,0-1 0,1 0 0,1 0 0,-1-1 0,0 0 0,-1 0 4,6-2 1,0-1 0,0 0 0,-1-1 0,-3 1 0,-4 1-5,3-1 0,-4 0 1,-1 1-1,1-2 38,5-3 0,1-1 0,-1-1 0,-4 1 43,2-2 1,-4 0-1,1-2 118,-7 3 0,0-1 0,1-2 1,-2-2-105,-1-4 1,0-3-1,-2-1 1,-4 3-82,-2 2 0,-4 0 1,-1-4 32,-3-5 1,-1-6 0,-4-1 0,-5 4-20,-4-13 0,-6 1-46,0 11 1,-1-1 0,-4 0-14,-7 2 0,-4 1 1,-5 0 167,-9-1 0,-5 0 0,-4 2-407,-2-3 0,-3 2 1,-4 0-347,0 7 0,-3 1 0,-2 2 0,1 3 591,-8 0 0,0 5 0,3 2 0,-5 0 0,5 4 0,18 9 0,0 0 0</inkml:trace>
  <inkml:trace contextRef="#ctx0" brushRef="#br2" timeOffset="284719">16769 7318 7190,'14'-50'1331,"0"0"0,-1-4 0,-4 3-390,-10-10-1263,-4 22 0,-3-2 308,-5 2 0,-2 1-17,1 8 1,-5 1-105,-22-12 0,-7 4 40,4 12 0,-4 2-572,1 1 0,-5-1 0,-1 3 635,-1 5 0,-1 2 1,-1 1-180,8 2 1,0 2-1,-1 0 1,-2 0 305,-4 1 0,-1 1 0,-1 0 0,-1 1-365,8 1 1,-1 0-1,-1 1 1,1 0-1,2 0 401,-4 0 1,3 1 0,-1 0 0,-5 0 146,4 1 0,-3 1 0,-3 0 0,-1 0 0,1 0 1,1 2-301,-6 0 0,1 1 0,0 1 0,-1 0 0,-2 0 88,4-1 0,-3 1 0,-1 0 1,0 0-1,1 1 0,3-1-107,-1 2 1,2 0 0,1 0 0,1 1 0,0 0 52,1 1 0,1 1 1,1 0-1,0 1 0,2 0-129,-4 2 1,2 1 0,0 0 0,-3 1 90,3 0 0,-2 1 1,-1 0-1,0 1 1,0 0-21,1 1 0,1 1 0,0 0 0,0 1 0,0 0-19,1 1 0,-1 0 0,1 1 0,1 0 0,-1 1 3,2 0 1,0-1-1,0 2 1,1 0-1,0 0 4,1 0 1,1 1 0,0 0 0,1 0 0,0 1 21,3-1 0,-1 0 0,2 1 0,0 0 0,0 0-29,-7 7 1,0-1-1,2 2 1,0 0 37,4-1 0,1 0 0,2 1 0,0 1-31,4-1 1,2 0 0,0 0 0,2 1-11,-7 9 1,3 1 0,3 1-8,5-3 1,3 2-1,3 0 39,5-2 1,3 2 0,4-1 274,3 1 1,4 0 0,4 0-156,4 2 0,4-1 0,4 1-4,4 1 0,5 0 1,3-2-18,7 3 1,4-2-1,1-3-24,-5-7 0,2-2 1,5 0 32,1-5 1,6 0 0,3-1 0,0-1 0,-1-2-39,3-1 0,-1-3 0,2-1 1,3 0-29,-3 0 1,2 0-1,2 0 1,2 0-1,0-1 1,-1-2-5,-3-2 1,-1-2 0,1-1 0,1 0 0,1-2 0,2 1 7,4-1 0,3-1 1,2-1-1,1 0 1,0 0-1,-3-1 1,-3 0-16,5 0 1,-3-1 0,-2 0 0,3-1 0,3 0 21,-11-2 1,4 0-1,1-1 1,2 0-1,-1-1 1,0 0-1,-2 0 1,-3-2 13,2 0 1,-4-1 0,-2 0-1,1-2 1,3 0 0,5-1 35,-6 0 0,4-2 0,4 0 0,1 0 1,2-2-1,0 1 0,0-1 0,-1 0 1,-2 0-1,-3 0-69,3-1 1,-2 1 0,-1-1 0,-1-1-1,0 1 1,0-1 0,0 0 0,2 0 33,-2 0 1,1-1 0,1 0 0,1 0 0,-1 0 0,-1-1 0,-2 1 0,-3 0 0,-2-1-52,12-3 1,-3 0 0,-4 0 0,-1-1 0,1-1 152,-2 0 1,-1-1-1,-1-1 1,1 0-1,-1 0-9,-1-2 1,1 0 0,-1 0-1,0-2 1,1-1-40,-2 2 1,0-2 0,1-1 0,0 0 0,-2-1 0,-1 0-9,4-4 0,-2 0 1,-1-1-1,-2-1 1,-2-1-7,4-4 1,-1 0 0,-3-3 0,-6-2-138,-6-2 1,-4-3 0,-4-1-1,-5 4 186,-1 2 0,-4 3 1,-9-3-487,-12-12 1,-10-4 0,-10 8-969,-9 14 0,-9 7 0,-2 1 1333,-5-6 0,-2 1 0,3 4 0,-9-1 0,4 6 0,19 11 0,-1 0 0</inkml:trace>
  <inkml:trace contextRef="#ctx0" brushRef="#br2" timeOffset="289402">4308 6826 10936,'-55'11'570,"0"-1"0,1 0 0,2 1-16,13-2 0,1 1-945,-6 2 0,-1 0 686,9-2 0,-3 0 163,-4 2 1,-5 1-1,2 0-93,-8 2 0,-1 1-820,1 0 1,-4 1 0,2 0 620,6-2 1,1-1 0,1 0-77,-2 1 0,1 0 0,-1 0-41,1-1 0,-1 1 0,1-1-17,0 0 0,0 1 1,2-1-9,-8 2 0,-1 1 4,3-1 1,-3 1-1,2 0 1,-4 1 0,-1 0-302,3-2 0,-4 2 0,1 0 342,9-3 0,0-1 0,1 0 4,-2 1 0,0 0 1,0 0-1,0 0 1,0-1 0,0 1-1,0 1 1,1-1 0,0 0 8,2 0 1,0 1 0,0-1-2,3 0 1,1 0 0,0 0-4,2-1 1,1 0 0,1 0-78,-16 6 1,2 0 21,4-1 1,3 0 4,11-5 0,2 1-2,-9 6 0,2 1 69,-9 7 697,16-8 1,1 1-933,-11 13-53,6 1-71,4 4-74,1 4-54,3 7-120,1 4 846,7-9-685,8-8 0,0 2-99,-3 19 661,6-15 0,0 3-365,3-6 1,0 0 11,1 2 0,0 1-36,0 4 0,-1 1-107,0 2 1,-1-1-34,2-9 0,-1 1 163,-1 1 0,-1 3 0,0-2-392,-2 6 0,-1 1 389,1-1 0,-2 2 0,0 0 6,2-6 1,-2 0-1,1-1-298,-1 3 1,-1-1-1,1 1 352,-1 0 0,0 1 1,0-1 91,0 2 1,0-1-1,0 1-304,0 0 0,-1-1 1,1 2 370,-2 0 1,1 1 0,1 1 38,3 0 1,1 1 0,1-1 13,0 2 0,2 1 0,2-3-70,3-10 1,0-1 0,2 2 82,0 3 1,1 4-1,1 1 1,-1-4-24,0 3 1,0-2-1,0 1-370,0 7 1,0 3 0,0 1 364,0-6 0,0 2 1,0 0-1,0-4-56,0 2 0,0-3 0,0 4-243,0 2 0,0 4 0,0 1 0,0-2 235,0-8 0,0-1 0,0-1 0,0 0-3,0 2 0,0-1 1,0 0-1,0 1-134,0-1 1,0-1 0,0 1-1,0 0 183,0-2 0,0 1 1,0-1-1,0 0 43,0 13 0,0 1 0,0-2-14,0-2 0,0-1 0,0-4-1,-1 8 1,2-1 153,1-10 0,3 1 0,6-6-25,18 0 0,8-3-130,-6-2 1,2 1 0,6-4-87,7-7 0,6-5 1,1-2-298,0 1 0,2-1 1,1-2 274,-10-4 0,2-1 0,-2-1 0,-4-1 0,10 3 0,-5-2 0,-1-2 0,-1 0 0</inkml:trace>
  <inkml:trace contextRef="#ctx0" brushRef="#br2" timeOffset="291326">31016 2572 11788,'33'5'63,"0"0"0,-1 0 1,0 1-62,23 4 11,3 2-201,-27-6 0,1-1 218,1 0 1,0 1 221,2-1 0,0 0 517,23 1-334,-10-1 0,2-1-2,-11-2 1,0 0-273,19 2 0,2 0 305,-9-1 1,-1 0 7,1 1 1,1 0 20,-4 1 1,1 0-419,-3 0 0,-1 2 58,-3-1 1,-1 1 207,-2 1 1,-1 1-255,-3 0 0,0 1 101,-2 1 1,-1 1-15,16 7-21,-14-2 1,-2 1-88,14 11-94,-13-7 1,0 2-32,-7-3 1,-2 2-270,0 1 1,-2 1-62,-2 1 1,-2 2 0,-1 0 1,-2 1-19,-2 2 1,-2 0-60,-2 2 1,-2 1-15,-3 1 1,-1 1 35,-1 2 0,-2 1-1080,-3 12 0,-1-2 1254,2-14 0,-1-1 155,-3 15 0,0 0 75,3-16 0,0 0 64,-1 10 1,1 0-5,0-9 0,2 1 201,-1 19 1,1 1-58,0-15 0,-1 0-35,1 19 1,-1 2 44,-1 3 1,-1-2-176,1-20 0,1 1 120,-4 18 1,1-3 18,1-2 75,-1 1 1,1 3-125,2-19 1,1 1-61,-2 20 1,1 1 83,2-11 0,1 0-56,0 1 0,1 0-51,-1 0 1,2 1 5,-1-2 1,0 1 33,-1-1 0,0 0 0,0 1 0,-2 0 0,-1-1 0,-1 1 19,0 2 1,-1 0 15,0 0 1,-1-1 6,1 2 0,1-1 1,-1 1 1,1-1-42,1-1 0,1 0-11,-1-1 1,2-1-15,-1 0 1,1-1-22,-1 1 1,0 0 2,-1 0 0,1 1-16,-2 0 1,1 1 0,-1-1 1,0 1 9,0-2 0,-2 1 24,0-2 1,0-1 6,1-12 0,-1 0 83,-5 16 1,-1-1 9,2-16 1,1 0-15,-5 16 1,-1 1 71,3-12 0,0-1-83,-3 8 0,1-2-57,4-16 1,1 1 1352,-4 9 1,1 0-1302,-8 10-496,3-20 0,-5 0 431,-17 1 0,-2-3 1,0 3-1,10-19 1,1 0-1</inkml:trace>
  <inkml:trace contextRef="#ctx0" brushRef="#br2" timeOffset="330194">3133 15340 23915,'39'-35'181,"1"-1"0,10-2 0,2 4-159,-7 14 1,3 3-1158,-5 1 1,4-1 0,0 0 1111,5 0 1,2 0 0,0 0-94,2 0 0,2 1 1,-1 0-184,0 0 0,0 1 1,-2 1-421,-3 2 0,-2 1 0,-1 1-2231,12-2 1,-5 2 2949,-16 4 0,-5 1 0,1 3 0,-24 2 0</inkml:trace>
  <inkml:trace contextRef="#ctx0" brushRef="#br2" timeOffset="330411">3847 15190 25455,'1'-41'276,"0"1"1,-2-1-1,2 18-226,3 31-5,0 14 0,0 24-40,-3-13 1,-2 3-1434,-6 21 1,-2 0 1332,3-15 0,-1 0-272,-1 0 1,0 2 0,1-2-1516,2-1 0,2-2 1882,3 5 0,0-4 0,-2 1 0,4-29 0</inkml:trace>
  <inkml:trace contextRef="#ctx0" brushRef="#br2" timeOffset="330684">5196 15043 22571,'0'-8'3097,"0"2"-2531,0 6-253,-46-61-212,13 53 0,-3 1-90,-3-22 0,-1 3-3,-2 26 1,1 10-4,9 2 1,1 5-694,-12 9 0,1 6 690,-1 0 1,2 5-1,8-2 0,1 4 0,5 0-25,4 6 1,5 0 156,2-1 0,7-1-283,15-4 1,7-4-149,12 5-807,20-7 1,9-4-1353,-7-14 1,2-4 2020,-6 0 1,2 0 0,-4-3 0,-3-4-1,-5-2 1,7-2 0</inkml:trace>
  <inkml:trace contextRef="#ctx0" brushRef="#br2" timeOffset="331361">6155 15059 20358,'-10'0'4021,"3"1"-3410,7-1 33,0 0-616,-46 3-50,51-6-998,21-4-487,11 2 1,6-1-1786,9 0 0,0 0 3292,-7 1 0,-6 2 0,-7 1 0,-1-1 0</inkml:trace>
  <inkml:trace contextRef="#ctx0" brushRef="#br2" timeOffset="331560">5929 15425 21702,'-4'2'3960,"0"0"-3013,4-2-1020,81-22-39,-47 13 0,3 0-606,9-2 1,6-2 0,-3 1 81,10-1 0,-3 2-1338,1 0 0,-2 1 1450,-9 2 1,-4 1 0,9-1 0,-25 5 0</inkml:trace>
  <inkml:trace contextRef="#ctx0" brushRef="#br2" timeOffset="331960">3030 16479 21967,'50'-9'36,"0"0"1,0 0 0,0 0 0,4 0 0,0-1 0,2-1 0,0 1-1346,4 0 0,2-1 0,-1 1 0,-1-1 1293,-8 2 1,-2 0 0,1 1-1,4-2-32,-3 1 1,6 0-1,1-1 1,1 1-1,-1-1 1,-5 1-248,8-1 1,-4 1 0,0 0 0,4-1 264,-9 1 0,3 0 0,2 0 0,0 0 0,-2 0 0,-3 1-88,7-2 0,-2 1 1,-3 0-1,-2 1-280,7-1 1,-3 1 0,-4 1-1415,5-2 1,-8 4 1811,-1 5 0,-31 0 0,-22 6 0</inkml:trace>
  <inkml:trace contextRef="#ctx0" brushRef="#br2" timeOffset="332226">3580 16668 11311,'-50'18'1051,"-1"0"1,1 0 0,-11 6 0,4-2 208,12-3 0,6-2-386,0 2 595,26-11-1093,15-5 755,38-16-843,-11 4 1,3-1-610,23-9 1,7-1 422,-13 4 1,2 0 0,2-1-319,-4 2 0,1 0 0,1 0 0,2 0 265,6-2 0,2 0 0,1 0 0,1 0-423,-9 3 0,3-2 1,-1 1-1,0 0 1,-1 1 399,2-1 1,-2 0-1,1 1 1,3-1 32,-7 1 1,3-1 0,2 0 0,0 1 0,-2-1-1,-5 2-261,2 0 0,-4 0 0,0 1 0,2-1 249,1 0 0,4-1 0,0 0 0,-3 1 0,-5 2-16,-2-1 1,-4 3 0,-2-1 32,17-1 1,-8 1 545,-14 4-890,-3 4-393,-51 16 673,-32 13 0,20-9 0,-11 1 0</inkml:trace>
  <inkml:trace contextRef="#ctx0" brushRef="#br2" timeOffset="345517">8301 15311 17714,'3'-12'4946,"0"3"-3960,-3 9 190,0 0-891,7-54-189,-5 40-96,5-39-62,-7 53 12,0 2 50,0 1 72,-2 5 12,-2 4 12,-7 4 33,-6 2 11,-7-2 39,-3-6 28,1-7-33,3-10-17,4-7-51,4-12-33,5-5-23,4-2-44,8 1-6,7 5 6,9 5-6,10 8-12,10 7-16,8 10 23,-7 5-21,-10 8 1,-1 6-47,2 23-137,-10-10 0,-7 5 195,-20 16 0,-9 1 0,4-15 0,-5 1-586,-9 3 0,-7 4 0,-2-3 579,4-9 1,-1-3-1,-2 2-564,-8 8 0,-2 2 0,-1-1 581,3-5 0,-1 0 1,1-3 32,5-5 1,1-2 0,1-3 61,-5 2 0,2-6 127,-11-4 215,21-31-276,16-22 1401,16-19-1488,11 15 0,5 0-50,2 5 0,2 2 596,3-1 0,2 4-602,4 4 0,2 6-3,-5 6 1,2 3-303,8-2 0,3 4 288,-2 4 1,2 5-141,5 8 0,-2 2-73,-15-3 1,-1 3-768,6 9 0,-4 3-7063,-2 12 8046,-1 5 0,-14-16 0,-7-13 0</inkml:trace>
  <inkml:trace contextRef="#ctx0" brushRef="#br2" timeOffset="345960">8670 14725 21719,'0'-8'3686,"0"2"-3317,0 6-5,0 0-308,28-2-16,-7 28-1683,4-5 0,0 3 1677,-2 24-118,-10-14 0,-2-1 168,-6 6 6,0 6 16,-6-11 29,-2-10 117,-1-10 3430,0-8-3374,-2-9 168,-2-8-347,-4-13-6,0-22-89,5 11 11,9-20 11,12 21 11,11-8-28,12 3 11,9 6-27,8 7-12,-23 17 0,1 3-233,2 4 0,1 4 202,1 4 1,-1 3 13,0 4 1,-1 4-1677,0 10 1,-3 3 1502,6 14-1843,-22 6 0,-9 3 1588,-13 8 0,3-25 0,-1-4 0,-4-3 0</inkml:trace>
  <inkml:trace contextRef="#ctx0" brushRef="#br2" timeOffset="359372">6559 17276 9447,'-5'0'4598,"1"0"-3937,35-16 0,20-6-476,-23 10 0,3 0-1077,8-3 0,7-4 0,4-1 0,1 1 929,5 1 1,2 0 0,1 0 0,1 0-437,-9 3 1,0-1 0,1 0 0,1 0-1,1-1 401,-1 2 0,3-2 0,1 1 0,-1 0 0,-1 0 0,-4 1-15,6-1 1,-5 1 0,1 0 0,3-1 27,-5 2 1,3-1 0,1-1 0,1 1 0,-3 0 0,-2 1-264,5-1 0,-3 0 0,0 1 0,3-1 277,-7 2 1,3-1 0,1 0 0,1-1 0,-2 2 0,-3 0-56,12-2 0,-4 0 1,-1 2-1,0 0 47,-3 0 0,-2 1 0,0 0 0,-2 2-31,10-3 1,-2 2 0,-2 1 208,-9 2 1,-3 1 0,-3 1-321,3-1 1,-8 4 685,-2 12-643,-68 11 33,-4-2 0,-9 2-87,1-3 1,-5 1 0,-2-1 155,4-1 0,-3 0 0,0 0 0,1 0-12,6-2 1,2 0-1,-1-1 1,-5 3-40,0-2 1,-4 2 0,-3 1 0,-1 0-1,2 0 1,2-2 45,3 1 0,3-2 0,0 0 0,0 1 0,-5 1-86,4-2 1,-4 2 0,-1 1 0,-1-1 0,1 0-1,1 0 1,5-1 99,-14 3 1,5-1 0,0 0 0,-3 1 60,7-2 0,-3 1 0,-2 0 1,0 0-1,2 0 0,4-1 36,-4 1 0,4-1 1,0-1-1,-3 2-25,-2 0 0,-4 1 1,0 0-1,1 0 0,5-2 4,4-1 0,3-1 1,2-1-1,1-1-71,-5 2 0,3-1 1,3-1 56,-3 0 0,6-2 1342,-1 0-1533,64-22 108,11 0-1,14-6 0,10-4 317,-19 8 0,2-1 1,2-1-314,1 1 0,3-1 1,2-1-1,1 0-49,6-2 1,2-1 0,1 1 0,1-1 38,-8 4 1,2-1 0,0 1-1,1-1 1,0 0 18,2 0 1,1 0 0,0-1-1,1 1 1,0 0-299,0 0 1,2 0 0,-1 0 0,0 1 0,0-1 286,-1 1 1,0 0-1,-1 0 1,1 0 0,-1 0-8,-2 2 1,-1-1 0,0 1-1,0 0 1,-2 1-6,8-3 1,0 2-1,-2-1 1,-1 2-130,-8 1 1,0 1-1,-2 0 1,-3 2 56,3-1 0,-2 1 0,-4 1 369,1-1 0,-9 4-433,-13 6-241,-58 17 20,-3-1 1,-8 2 443,4-3 0,-4 2 0,-5 1-201,7-2 0,-5 1 0,-2 1 0,1-1 0,3 0 139,1-1 0,2-1 0,0 0 0,-4 2-5,3-1 1,-4 0-1,-2 2 1,-1 0-1,0-1 1,2 1 74,2-1 0,0 0 0,-1 0 0,2 0 0,0 0 1,1-1-295,-2 1 1,2-1-1,0 1 1,-1-1-1,-2 2 310,-4 1 0,-4 2 0,-2 0 0,1 0 0,2-1 0,5-2-164,-2 1 1,5-1-1,0-1 1,-1 1 176,3-2 1,-1 1-1,0 0 1,0 0 0,2-1 12,-4 2 1,0 0-1,3-1 1,2-1-12,-5 2 0,3-1 0,5-1 184,-3 1 1,9-1 242,6 1 2000,59-14-2254,8-9 0,8-4-159,0-1 1,4-1 0,2-1 129,-3-1 1,2-1-1,2-1 1,1-1-229,-5 1 1,3-1 0,0 0 0,1-1 0,1 0-202,4-2 0,1 0 0,2-1 1,-1-1-1,2 1 177,-8 1 1,2 0 0,1 0-1,-1-1 1,-1 1 0,-2 1-355,2-1 1,-2 0 0,0 1 0,0 0-1,2-1 346,-2 1 0,1-1 1,2 0-1,-1 0 0,1 0 1,-1 0-246,-1 2 0,-1 0 1,1 0-1,-1 1 1,0-1-1,0 1-67,9-3 1,-1-1 0,1 1 0,-1 0 0,1 1 276,-7 2 0,2-1 1,0 1-1,-1 1 1,-4 0-1,-6 3 0,3-2 1,-6 3-1,-3 0 1,7 0-1,0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16:17.45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2130 870 32767,'-47'-5'0,"1"0"0,5 0 0,8 2 0,15 3 0,13 1 0,20-1 0,26-6 0,-3 1 0,5-2 0,15-3 0,5-1 0,-12 2 0,2 0 0,0-1 0,6-1 0,1 1 0,2-1 0,-7 2 0,3-1 0,-1 0 0,-4 1 0,-1 1 0,-4 0 0,0 0 0,9-1 0,1 0 0,-12 2 0,-7 1 0,-4 1 0</inkml:trace>
  <inkml:trace contextRef="#ctx0" brushRef="#br0" timeOffset="225">2506 849 32528,'-3'-5'-2389,"0"2"1814,3 3 980,-15-22-1413,12 47 900,-12-1 383,15 39-1103,0-6 0,0 2-246,0-15 0,0 0 531,1-3 1,1 4 0,1-2-2369,2 9 0,3-2 2750,1-7 1,0-4 0,1 1-1,-5-27 1</inkml:trace>
  <inkml:trace contextRef="#ctx0" brushRef="#br0" timeOffset="616">3024 1163 24215,'-11'-54'897,"1"0"1,-1 2 0,-2 13-1277,1 27 80,-1 4 140,6 16 297,5 3-155,3 38-102,7-5-103,-1-11 1,2 0 47,16 19-43,7-7-98,6-10 27,2-13-24,-7-10 116,19-20 150,-14-11 63,-11 3 0,-1-3 128,12-22 248,-5-12-259,-14 17 141,-5-11 27,-11 25-38,-3-1-158,-3 13-3487,-3 18 3398,-2 6-84,-7 27 78,1 6 6,-1 3-166,9-7 1,2 2-300,2-11 0,2 0-272,2 16 1,4 1-948,2-11 1,4-2 1666,7-1 0,2-4 0,2 3 0,3-11 0</inkml:trace>
  <inkml:trace contextRef="#ctx0" brushRef="#br0" timeOffset="1106">3805 1316 17899,'5'-43'2147,"-1"0"0,-1 0 0,-4 7-1357,-10 14-409,-8 3-146,-13 19-173,3 20-28,1 6-12,5 30-14,17-25 1,1 3-516,-1 11 1,1 5 494,1 0 1,1 4 0,0-3-535,0 5 1,1 1 487,-2 2 0,1 5 0,0-5-49,1 0 1,0-3 35,1-13 0,1 0 0,1-1-148,2 7 0,2-5 73,5 15 197,0-28 55,-3-24 553,-3-27-631,0-22 3,-1 8 0,0-4 207,1-9 1,0-4-192,2-7 1,0-1-9,-1 17 1,-1 0-1,0-1 41,0-5 1,0-1-1,-1 3-38,1-2 0,-2 3 36,-3-10 1,-2 3 61,-1-3-1478,2 16 0,2 0 1355,5-10-15,8 17 1,4 3-79,25-3 76,-13 14 0,3 2-6,0 5 1,1 4 5,-1 2 0,0 4-28,26 13 19,-29 3 1,-3 3-8,6 11-12,-10 20 50,-38-13 17,-19 10-28,5-22 1,-4-3-10,-13 4 1,-3-2 2,8-6 1,0-1-26,-3-1 1,2-4-65,0-2-1401,16-12 321,27-3 1164,42-25 0,-25 20 0,26-14 0</inkml:trace>
  <inkml:trace contextRef="#ctx0" brushRef="#br0" timeOffset="1718">4421 1255 25102,'-15'42'756,"9"-9"-526,29-30-135,-1-6 90,28-12-90,-12-5 0,15-12 6,-21 0-62,-13 8 73,-10-12-50,-12 15-34,-9-8-17,-9 13-5,0 8-1,-10 4 7,-3 15 16,-1 4-17,-4 15 0,12 7-5,9-5-3382,8 23 3376,11-25-5,14 26-18,27-16 12,-6-7-275,8-13 0,1-5 286,-2-7 8,-1-3 0,3-3-170,-11-9 0,-1-4 181,1 1 1,0-2 1341,2-7 1,-2-4-1332,-9 1 1,-3-2-6,-2-3 1,-2 0 13,7-20 95,-12 12 1,-2-1 201,-4-12-163,-5 15 1,-2 0 123,-11-12-163,-3 16-88,-5 2-46,7 14 760,1 3-760,5 5 547,7 12-547,3 3 327,11 21-327,5-2 0,5 2 0,2 1 0,3 0-461,11 10 0,2-1 461,-5-9 0,-2-1-118,-5 1 0,-3 0-112,6 17-205,-26-18 0,-10 3-1372,-18 3 1,-8 0 1806,5-4 0,-2-1 0,-3-2 0,2-5 0,-2-6 0</inkml:trace>
  <inkml:trace contextRef="#ctx0" brushRef="#br0" timeOffset="2849">7007 1272 30094,'0'-6'647,"0"-26"0,1-7 732,0 3-1379,0-7 0,-2 2 0,-6 9 0,1 16-85,-10 12 170,-9 22-107,-13 15 33,14-9 0,1 3-187,-1 3 0,2 3 255,3 0 0,4 1-108,4-1 0,4 1 12,8-1 1,3-2 95,9 15-781,14-20 0,7-5-612,25-3 754,-15-7 0,2-4 397,-8-9 0,-2-5 190,-5-1 0,-2-4 73,13-24-112,-20-10 21,-12 5 98,-15 4 1,-5-1-353,-11-18 110,3 16 0,-3 0-181,2 10 0,-1 2-527,-19-15 468,5 14 122,4 15 538,6 18-474,4 17-45,6 18-750,9 14-431,10-21 1,6 1 1321,9 7 0,2-3 0,4 7 0,8-4 1</inkml:trace>
  <inkml:trace contextRef="#ctx0" brushRef="#br0" timeOffset="3201">7913 1036 24220,'-18'-46'614,"1"0"0,2 3 1,-1 18-422,-1 42-159,-2 32-9,8-9 0,0 4-1019,-1 12 0,-1 4 1011,4-14 0,-1 1 0,1 2-16,-2 5 1,0 1 0,-1 1-46,3-9 1,-1 1 0,-1 0 0,0 2-500,0 3 1,-1 2-1,0 0 1,-1 0 266,0 3 0,-1 1 0,0 0 0,-1 0-128,0 1 1,0-1 0,-1 0 0,1-2 142,0-4 1,-1 0-1,1-2 1,0-3 303,-3 5 0,1-3 0,-1-6 172,-1 1 1,-1-10 10,-2-14 37,12-47 0,5-17 11,3-3 1,3-5-648,1 0 0,0-5 0,3 0 586,1 2 0,2 1 0,2-1-47,0 2 0,1-1 1,1 2 60,0 4 0,1 1 1,0 1-181,7-13 1,1 2-48,1 7 0,2 4-73,2 5 0,3 3-297,5 4 0,3 3-1263,7 2 1,0 4-3101,-8 6 1,-1 2 4732,0 3 0,-5 2 0,-7 4 0,-10 3 0</inkml:trace>
  <inkml:trace contextRef="#ctx0" brushRef="#br0" timeOffset="3583">9504 1254 27164,'14'-42'1141,"0"0"1,-1 1-1,3-16 1,-4 5-1662,-5 4 290,-13 16-543,-5 32 313,-4 17 163,-3 23 145,7-7 1,0 3-1030,0 10 1,1 4 585,-1 6 0,2 3-352,4-15 0,0 0 0,2-1-790,-1 9 0,1 0 1730,1 4 0,1-7 1,1-10-1,0-3 0</inkml:trace>
  <inkml:trace contextRef="#ctx0" brushRef="#br0" timeOffset="3857">9471 1243 23239,'-19'-57'998,"-1"-1"1,5 16 0,3 3-1025,4-19-28,19 30-60,31-6 21,-3 15 60,16 13 1,4 6-1058,3 9 911,-10-1 0,1 6 128,-1 14 1,-4 9-1544,-8 5 0,-2 3 1513,5-3 0,-8 4-65,-20 17 1,-17-3-58,-19-10 133,-11-3 0,-8-3-48,1-17 1,-3-5-453,-11 7 0,-4-3 116,2-5 1,-1-4-4463,2-5 1,2-3 3996,-10-1 0,18-9 0,38 0 0</inkml:trace>
  <inkml:trace contextRef="#ctx0" brushRef="#br0" timeOffset="4340">10535 927 27884,'-4'0'556,"1"0"-1442,3 0 608,-24 81-84,17-44 289,-2 11 1,-1 12-1,3-9-1264,7 2 1202,-1-5 1,1 0-1051,0 7 134,0-1-76,-1-22 1,-1 1-6853,-12 27 1764,0-22 4903,-4-11 1360,6-26 2042,8-21 1945,6-21-2159,2 9 0,2-5-552,5-22 0,1-4-348,-1 5 0,0 0-560,-1-2 0,0 2 237,-3 3 0,-2 3-240,-3 14 0,-1 0 173,0-6 0,0 0-318,-2 1 1,1 3-154,6-16-116,1 11 12,18 18-5,7 14-17,27 7 16,-1 16 1002,0 7-1032,-29 0 0,-3 5-23,-5 6 1,-3 3 30,11 19 8,-20-11 1,-10 2-20,-18-7 0,-8-2-98,-1 1 0,-4-2-845,-14 4 1,-3-5 261,15-12 1,-1-3 708,-11 1 0,5-3 0,10-4 0,-10 2 0</inkml:trace>
  <inkml:trace contextRef="#ctx0" brushRef="#br0" timeOffset="5001">2842 2499 10899,'-53'-6'424,"1"0"1,-1 0 0,1 0-1,-1 1 1,-7-2 0,0 0-1,1 0 1,1 0-517,1 0 0,0 0 0,2 1 0,0-1-150,-8 0 0,1-1 1,5 1 579,13 2 0,3 1 1,-1-1-446,-8 0 0,-1 0 0,5 1-922,3 2 1,3 0 738,-5-2 0,6 2 474,3 7-169,51 8 156,26 11 98,-4-7 0,6-1 74,15 3 0,5 1-80,-12-6 0,3-1 0,2 0-86,-7-2 0,2-1 0,1 0 1,2 0-39,6 0 0,1 0 1,2-1-1,1 0-308,-7-1 1,0-1 0,2 0-1,1 0 1,0 0 210,-6-2 1,1 0 0,1 1 0,1-2 0,0 1-1,0 0-7,-4-1 0,1-1 1,0 1-1,0-1 0,1 1 1,1-1-1,-1 0-3,5-1 1,0 1 0,0-1 0,1 1 0,1-1 0,-1 0-1,2 0-147,-5-1 1,1 0 0,1 1 0,0-1 0,0 0 0,-1-1 0,0 1 0,-3 0 131,1 0 1,-4 0 0,-1-1-1,1 1 1,1-1 0,3 1 0,5-1 16,-7 0 1,5 0-1,4 0 1,2-1-1,2 1 1,0 0-1,1-1 1,-1 1-1,-2 0 1,-3-1-1,-4 1 1,-4-1 3,14 1 0,-8-1 0,-3 0 1,0 1-1,3-1 0,6 0-15,-14 1 0,4-1 1,2 1-1,2-1 1,1 0-1,1 1 1,0-1-1,0 0 1,0 1-1,-3-1 1,-1-1 47,5 1 1,-1-1-1,0 1 1,-1-1-1,-1 0 1,0 0 0,0 0-1,-1 0 1,0 0-43,2 0 0,-2 0 1,0 0-1,-1 0 1,1 0-1,1 0 1,2-1-1,3 1-21,-11 0 0,2 0 1,2-1-1,2 1 1,0 0-1,1-1 1,0 1-1,0-1 0,-1 1 1,0-1-1,-2 1 1,-1-1-6,3 0 0,-1 1 1,0-1-1,-1 0 0,0 0 1,-1 0-1,-1 0 1,-1 0-1,0 0 0,-2 0-6,5 0 0,-3 0 0,-2 0 1,0 0-1,0 0 0,1 0 1,2 0-1,2-1-40,-4 0 1,2 1 0,2-1 0,1 0-1,1-1 1,0 1 0,0 0 0,-1-1 0,-1 1-1,-2-1 1,-3 1-202,12-1 1,-4 0 0,-2 0 0,-1 0 0,1 0-1,2 0 1,3-1 243,-10 1 0,2-1 0,3 1 0,2-1 0,0 0 0,0 0 0,-1 0 0,-1 0 0,-4 0 0,-3 1 0,-5 0 0,15-1 0,-6 0 0,-4 1 0,-2 0 0,1-1 0,3-1 0,1 0 0,0 0 0,-1 0 0</inkml:trace>
  <inkml:trace contextRef="#ctx0" brushRef="#br0" timeOffset="5573">11741 917 30232,'11'-47'-429,"-1"0"0,-1 5 0,-3 11-827,-4 23 498,-4 6 293,-4 10 169,-7 6 92,-6 11 55,-4 5-857,5 1 858,8-1 185,11-4 23,12-5 40,12-8 7,10-6 28,5-12 66,0-8 147,-1-19-253,-16 7-5,-5-7 106,-15-5-118,-8 7-38,-8-11-12,-10 18-34,-6 10-61,-5 12-101,-3 13-219,-3 15-649,1 15-791,21-14 1,3 3 1826,0 9 0,4-1 0,-2 5 0,6 0 0</inkml:trace>
  <inkml:trace contextRef="#ctx0" brushRef="#br0" timeOffset="5900">11904 1335 25130,'8'4'106,"-1"7"-72,-15 24 5,4-4-5,5-7 17,2-8 206,1-7 275,0-6-61,0-6-247,2-7-51,-1-8-100,0-1 101,-3-12-102,-8 11-38,-3-7-73,-5 11-292,-2 6-6020,-4 8 6351,4 7 0,3 0 0,7 1 0</inkml:trace>
  <inkml:trace contextRef="#ctx0" brushRef="#br0" timeOffset="7446">2858 3539 26976,'1'-60'502,"1"0"0,0 2 1,-1 13-555,-1 29-84,0 2-86,-1 10 28,0 28 202,1 9 11,0-2 0,1 4-170,-1 1 0,1 0-272,-2 6 0,0-2 402,1-7 1,-2-1-46,-1 12 1,-1-2-47,-2 6 81,-1 11 13,4-34 244,1-12 33,2-11-291,-1-14 16,0-13 79,0-15-35,-1-16-12,2 22 1,0-2-18,1-4 0,1-1 16,1-1 1,1 1 468,1 3 0,1 3-500,5-17-13,-4 22-89,-3 17 14,-3 14 19,-1 15-11,0 16-3,-3 20 14,1-19 1,-1 3-45,0 4 1,0 0-433,0 3 0,1-1-559,2 1 0,2-1-3796,3-4 1,2-1 3521,6 13 0,0-21 0,-9-21 0</inkml:trace>
  <inkml:trace contextRef="#ctx0" brushRef="#br0" timeOffset="7920">3490 3665 19490,'-6'-9'2801,"1"2"-1933,5 7-269,-75 1-78,33 6-466,-8-4 0,0 2 264,12 6-103,13-3-143,14-4 85,13-2 15,16 0-44,19-2-51,23-2-275,-22 1 1,1-2 201,3-1 1,0-1 5,-1 0 1,-2 0 4,-4 0 1,-2-1 28,16-2 340,-17 1-155,-17 3-107,-13 0-100,-15 1 5,-15 1 0,-17 2 175,-12 6-87,24-2 0,0 0-84,1 2 0,-1 1 5,-27 5 23,10 0 12,13-3 428,13-2-443,13-3-172,6-3 13,11 0 135,11-2-17,18-5-51,18-2-112,-11 0 0,0-1-52,16-1-204,-19 4 0,-3 1-1531,-6 3-4613,-4 0 6547,-15 4 0,-9-1 0,-2 1 0</inkml:trace>
  <inkml:trace contextRef="#ctx0" brushRef="#br0" timeOffset="8669">2773 3601 12909,'-2'-4'6228,"1"0"-2486,1 4-3317,-25-61-111,18 42-177,-6-15 0,1 2 446,12 19-350,0 4-148,2 0-41,2 15-15,0 3 27,3 23 29,-4 11-44,-1-12 0,-1 2-20,-1 1 0,-2 2 1,1 5 0,-1-1-13,-1 12 31,1 7 9,4-34 155,2 0 14,0-13 345,2-13-379,0-16-100,1-4 56,2-21-25,-4-4-71,-2 14 0,-2-3-321,0-12 0,-2 0 303,1 15 0,-1 1 7,-2-12 0,0 4-3,-2 1 4,-2 2-31,2 14-74,1 15 23,3 14 752,0 6-689,1 25-3,1-6 1,-1 3-6,1 3 1,0 1-292,0 9 1,0 1 287,1-9 1,-1-2 35,0-3 0,0-3-52,1 16 75,-1-5 13,-1-23-55,1 5 89,0-19 7,0-18-134,2-4-9,-1-14 1,0-5-39,2-24-193,-2 23 0,0-1 219,0-5 0,0 1 60,0 2 1,0 3-6,1-25 242,0-2-153,-2 48-29,-1-1 10,0 25 10,0 13 1,-1 8-1582,0 8 0,0 2 1581,-1 9-231,0-9 1,0 7 0,0-3-495,0 2 0,0-1-1489,0 0 0,0 2 0,2-2 2096,1 6 0,1-5 1,0 15-1,2-29 1</inkml:trace>
  <inkml:trace contextRef="#ctx0" brushRef="#br0" timeOffset="9586">5088 3867 26131,'-6'-58'336,"0"-1"1,2 8 0,-1 12-480,0 28-214,3 10 338,0 4 138,2 14-153,3 13 2,0 1 0,-1 3-127,1 0 0,1 1-41,-2 8 1,0 0 171,-1-6 0,-1-2 22,-1-2 1,-1-1-94,-2 19-49,-2-14 341,1-17 181,2-12-122,0-16-162,-2-16-6,-1-18-3072,0-18 2976,3 4 31,3 6 0,1 1-37,3-6 50,1 15 0,2-7 0,-1 8-56,4-7 33,0 4 0,2 4-26,1 13 12,6 3 5,-4 12 3392,11 12-3431,11 24 16,4 11 17,-16-7 1,-1 3-224,-4 1 0,-3 2 220,-2 2 1,-1 0-4,-3 1 1,-2-1 3,-3-1 0,-1-2 13,1 23-5,-5-21 67,0-11 107,-1-19-45,0-10-73,0-18 5,0-20-38,1 0 24,3 0 1,3-2-654,0 10 0,1 2 620,2-8 0,1 1-136,4-2 1,1 5 149,5-3-34,9-7-5,-10 29 5,-4 11-5,6 14-6,11 26-16,4 13 459,-13-12 0,-2 1-527,6 19-280,-10-10 0,-2-1-173,0 4-1110,1 2 1,4 0 1663,9-1 0,-6-2 0,-4-26 0</inkml:trace>
  <inkml:trace contextRef="#ctx0" brushRef="#br0" timeOffset="11321">5981 3960 25007,'26'-37'145,"-3"10"-134,-17 34 1,4 5 27,7 4-17,-2-1 73,14 0 7,-5-9 116,24-5-145,-18-7 61,20-13 79,-19-4 22,4-10-134,-13 5 134,-10-18-89,-11 15-23,-6-10-67,-8 17-28,-9 9-17,-8 8-11,-7 13 6,-3 9-12,1 12 6,2 8-11,5 5 17,11-7-51,6 20-89,15-14-118,11 18-112,17-13-56,16-6 215,-15-23 0,3-3-5,3-3 0,0-3-8,25-1-273,-16-10 0,-1-5 485,14-12 53,-19 5 1,-2-4-247,11-20 389,-13-5 45,-8-2 23,-6 0 39,-5 7 39,-5 7 0,-3 11-106,-4 9 436,-2 8-744,0 5 436,-1 8-330,3 10-16,3 15-18,2 13-11,2 11 12,-3 3-427,-2 0 365,-4-6 61,-1-16 12,0-3 111,0-23 79,0 0-89,3-20-35,2-12 24,5-14-46,-1 0 11,1 2 1,3 0-23,8-16-17,-5 15 1,2 1 5,16-14-33,-12 20 369,2 8-392,-11 17-5,3 8 10,2 11 18,2 15 10,-2 11-22,-3 6-5,-4-2 5,-1-6 23,-2-10 61,4-13-45,-3-10 23,8-14-22,-4-4 38,20-29-5,-8 0-37,-6 10 1,-1-1 8,11-21 0,-4 7-22,-1 12 0,-5 11-18,-2 12 1,6 11 6,-7 5-12,14 15 6,-15-4-85,21 28 24,-9-9-10,-3-6 1,1 1-3,5 3-17,-7-12 1,2-3-108,13-2 24,16-2 60,3-12 104,-19-10 1,0-4 27,-5-1 1,-2-2-9,1-2 0,-3-2 62,18-24 33,-18 5 28,3-8 34,-11 6 28,-8 11-23,-10 9-151,-9 11 6,-3 8-17,-11 15-28,-1 10 22,-5 15 12,12-12 0,3 2-6,-3 24 0,8-2-40,21-8 12,14-14-16,20 1 27,-18-21 0,1-2 14,2-3 0,2-4 0,0-3 1,0-4 13,-3-2 0,-1-4 34,22-21-14,-32 5 0,-4-5 8,-6 2 0,-3-1-22,-2-1 0,-4 0 11,-4-1 0,-5 1 39,-12-15 0,-2 17 0,-5 2-11,-24-10-62,16 22 1,0 5 5,-12 2 22,-3 9-50,18 9-22,-3 9-308,10 20-863,19 14-1059,18 6-3504,11-7 5784,15-11 0,-23-25 0,2-1 0</inkml:trace>
  <inkml:trace contextRef="#ctx0" brushRef="#br0" timeOffset="11536">8815 3869 26049,'8'-37'680,"0"-1"1,5-23-709,-17 67 22,3 2 12,-3 19-40,3 9-151,2 17-246,9 7-515,9 0 122,1-14-4092,3-15 1,1-3 2457,-5-5 0,14 9 1,-29-29-1</inkml:trace>
  <inkml:trace contextRef="#ctx0" brushRef="#br0" timeOffset="11679">8975 3592 20610,'0'0'0</inkml:trace>
  <inkml:trace contextRef="#ctx0" brushRef="#br0" timeOffset="13363">9440 3840 19770,'-3'-5'3540,"1"1"-2907,-7-56-426,8 38-48,-1-18 1,6 2-110,12 20-27,17-3-6,12 12-17,13 8-6,-26 5 0,1 2-5,1 2 0,-1 4-34,0 9 0,-3 1-5,7 11-23,-10 21 73,-33-13 6,-5 0 13,-11-9 1,-6-3 42,-16 8-37,13-11 0,-2-2 182,-19 6-50,22-14 22,3-5 460,13-12-280,5-5-119,0-3-111,5-4-101,5 3-11,8-2-28,21 3 11,11 4-11,22 7 5,-31 3 0,0 3-267,1 3 0,-1 1 245,15 11-157,-20-1 0,-4 2 129,-5 13 34,-12 20 22,-35-10-6,2-23 0,-2-3 12,-25 10 11,9-13 0,-1-2 16,-9-2-110,18-5 1,2-2 82,2-8 393,20-9-499,14-3-365,46-26 266,-17 21 0,5-1-658,20-10 1,2-1 808,-12 8 1,1 1-6,2-2 1,4-1 0,-4 1-1356,4-2 0,-1 1 1411,-11 5 1,1-1 0,-1 0 14,0-1 1,0 1 0,-5 1-31,-2 1 0,-3-1 107,11-6 0,-2-1 124,-1-9-12,-15 4-39,-11 2 1071,-7 4-1060,-4 3 3173,-7 6-3301,-6 7 452,-13 10-250,-15 15 65,3 3-315,3 8 0,1 4-15,10 0 1,2 1-12,-3-1 1,2 2 28,8 1 0,7-2 22,12 1-23,2-3-219,23-7-76,0-16 324,16-8 22,-3-15 34,-2-13 55,-5-9-38,-6-4-1,-9-3 56,-8 3-78,-6 13 157,-4 3-218,-5 18-46,-1 1 23,-3 16-17,-2 10 23,2 13-17,3 8 0,11 3 22,11-3-11,17-4 0,15-9-3,-19-17 0,1-3-119,3-3 0,1-3 116,1-5 1,0-3-1,0-3 1,-1-4-254,-2-5 0,0-3 270,-3-3 0,-2-4 0,-3-2 1,-3-4 2,-2-4 0,-3-3-6,-2-4 0,-3-3 6,-2-5 0,-3 1 0,-2 10 0,-2-1 98,-4-18 0,-3 2 6,-8 6-93,5 16 0,-2 5 26,-10 15-34,2 16-17,-5 14 225,-5 19-225,0 26 5,13-18 1,2 4-206,2 7 0,3 4 116,4 4 0,5 2-617,5 2 0,5-1 485,6-1 1,4-4 77,-4-13 1,4-2-356,14 10 1,3-5-328,-15-19 0,0-3 445,4 5 0,1-1-3507,13 2-1450,-27-23-495,-1-10 3509,-27-18 3063,-16-17 792,5 13 1,-2 0 985,-5-2 1,-1-1-452,-1 0 1,-2 0-651,1 3 1,0 0-574,3 4 0,-1 2 203,-18-11 383,12 11-1206,18 8-223,15 6-12,24 2-27,29 2-477,-10 0 0,4 0 487,9 0 1,3 1 13,3-1 1,1-1 8,-4-1 0,-4-1 3,-13 2 0,-2-2 27,4-4 1,-3-2 493,3-7-281,-12 1 1,-3-2 328,-2-8-258,-8 1 279,-13 5-128,-5 9-106,-1-1-158,-2 5 823,2 3-1041,-1 8 6,-3 11-11,1 16-6,0 15-1820,6-9 1,3 1 1606,2 16-187,3-13 0,3-1-1703,9 10 2131,-8-18 0,1-1 0,1 2 0,-3-7 0</inkml:trace>
  <inkml:trace contextRef="#ctx0" brushRef="#br0" timeOffset="13553">11977 3382 23853,'-29'15'-3369,"0"0"0,-6 33 3369,56-4 0,-4-5 0,-5-18 0</inkml:trace>
  <inkml:trace contextRef="#ctx0" brushRef="#br0" timeOffset="13913">12545 3709 22027,'0'-4'2884,"0"1"-7916,0 3 5093,-65-13 1051,12 35-1107,10-22 1,1 4 11,11 18 0,7 7 839,3 12-851,5 12-21,22-1-2094,30-1 2138,-4-19-6,-1-16 1,2-4 2122,13-4-2017,12-8 270,-5-20-118,-18-9 156,-12-7-307,-16-12-50,-12 2-37,-1 12 0,-1 0-14,-5-13-23,-8-6 46,6 34-152,-2 2 3182,-2 12-3563,0 15-201,1 11-1496,4 22-1019,12 0 3198,15 9 0,-4-27 0,6-4 0</inkml:trace>
  <inkml:trace contextRef="#ctx0" brushRef="#br0" timeOffset="14253">13002 3798 19619,'2'-6'5259,"-1"1"-4066,-1 5-1170,-18-32 5,7 56-23,-8-23 0,14 27 1,7 9 0,2 8 16,10 7 18,3-9-35,0-6 208,-3-8 201,-8-21-206,-4-9 44,2-13 61,7-26-145,5-11-89,5-5 24,2 18 1,2 2-31,5 0-20,8 3 0,1 4-36,-4 11 5,-3 6 1,2 3-29,9 14-28,12 11-72,-23 7 0,-3 3-124,9 16-288,-16-6 0,-6 5-4398,-10-2 1,-5-1 3582,4 19 1,-7-2-1,0-45 1</inkml:trace>
  <inkml:trace contextRef="#ctx0" brushRef="#br0" timeOffset="15224">14939 3345 19120,'5'-47'953,"-1"0"1,0 0 0,2-8 0,-4 5-453,-5 15 0,-3 6 87,-9 2-392,-7 6-162,4 18 66,-9 25 147,-6 32-109,15-13 0,-2 8 1,2-2-999,-3 8 1,1 4 888,8-14 0,0 6 0,0 3 1,2 0-1,1-5-24,2 7 1,2-3 0,2 2-20,-1 2 0,0 3 0,3 1 0,3-2-118,5-4 0,4-2 0,1-1 1,0-4-382,0-2 1,0-3 0,6 0-114,10 11 1,6 0 0,3-9 625,-1-17 0,2-5 0,-2-2 0,1 7 0,-1-3 0,1-9 0,1 1 0</inkml:trace>
  <inkml:trace contextRef="#ctx0" brushRef="#br0" timeOffset="16708">15844 3401 20800,'-52'-11'1015,"0"1"1,9 0 0,8 3-814,23 4-73,24-1-45,27-4-2179,15-1 0,6-1 2097,-13 2 1,3-1-16,8 0 0,7-2 0,-2 1 3,-14 2 0,-3 1 0,4-1-235,1 0 0,4 0 0,0-1 0,-5 2 37,-3-1 1,-3 1 0,0 0-605,7 0 0,0-1 0,-9 2-9019,2-1 9561,-7 1 0,-24 5 1,-12 1-1</inkml:trace>
  <inkml:trace contextRef="#ctx0" brushRef="#br0" timeOffset="16909">16232 3299 17602,'-4'0'4296,"1"0"-2363,3 0-1777,-15 4-38,17 19-40,-6 18-56,11-8 1,4 2-588,-1 7 1,0 1 404,0 4 1,-1 1-379,0 3 1,0 0-1564,-1 0 1,-1-1 2100,0-6 0,-1-4 0,-1 0 0,-3-26 0</inkml:trace>
  <inkml:trace contextRef="#ctx0" brushRef="#br0" timeOffset="17300">16863 3734 24603,'-14'-38'280,"1"-1"0,-16-12-235,4 73-6,-6 28-39,12-11-6,8-8 1,5 1-6,10 12-11,11 9 5,12-5 11,10-10 40,5-11 151,9-13 78,-5-23-44,-4-11-40,-15-22-67,-19 12 0,-4-2 39,-5-26-84,-3 2 45,-13 9-44,-4 17-18,-13-2-78,-9 12-151,-16 15 61,19 10-425,-5 19-1871,34 18 772,6-5 1642,17-3 0,4-4 0,-2-10 0,12 8 0</inkml:trace>
  <inkml:trace contextRef="#ctx0" brushRef="#br0" timeOffset="17750">17543 3753 20996,'2'-6'4678,"-1"1"-3962,-1 5-704,-10 3-29,5 54 17,-2 2-223,7-17 0,2 3 214,5 0 1,1 0-383,0-8 1,1 1 376,0 10 0,-2 2-17,-2 9 0,-3-2 25,-4-13 1,-2-3 13,-3 2 1,-2-6 302,-6-6-250,-5-18-22,3-24 12,-16-37-26,18 18 0,1-5-3,-2-15 1,2-3-448,5 13 0,3 0 447,2-16 1,4-2 5,4 8 0,4-1-8,0 4 1,2-3 0,1 3-2,5-11 1,2 3 5,2 0 0,1 5-13,4-1 632,0 12-650,-6 23 6,17 2-22,-1 18 5,11 12 11,-15 5-50,1 14 40,-20-2 16,-16 18-12,-10-16-97,-31-3 0,-9-5-143,-3-6-6,14-8 1,-6 0-1,4-1 258,0-5 0,5-2 0,-22 5 0,14-5 0</inkml:trace>
  <inkml:trace contextRef="#ctx0" brushRef="#br0" timeOffset="18183">19148 4059 32767,'-5'5'0,"2"0"0,3-5 0,-72 10 0,49-15 0,-19-5 0,3-8 0,31-35 0,3 11 0,1-3 0,5-1 0,1-2 0,2-6 0,0 1 0,1 10 0,0-1-621,2-17 0,1 5-1317,-2 4 1454,-1 12 1,-3 6-433,-7 22 1000,0 6 39,-8 21-150,2 15 0,1 6-21,2 1 0,0 3-697,-3 22 1,3 2 679,4-18 0,3 2-120,7-1 1,2 3-1,1-5-4,0-9 1,2 0-391,8 13 1,6 7-1,-1-5-600,-1-7 1,2 0-197,-3-4 0,2 2 0,-3-2 1343,2 6 1,-3-4 0,2 6 0,-11-16 0</inkml:trace>
  <inkml:trace contextRef="#ctx0" brushRef="#br0" timeOffset="18641">18707 4037 22503,'-8'-53'138,"0"0"0,10 4 1,12 9-187,26 23 1,10 9-2513,11-3 0,1 1 2557,-9 3 1,3 1 13,0 0 0,4 1 0,-4 0 389,1 0 0,-2 1-395,-6-1 1,3 1 0,-4-1 22,0-1 0,-5 0 22,-9-1 1,-3 0 1010,10-6-725,-19 1-6,-20 4-268,-9 4 2891,-23 8-2825,3 3 46,-6 7 0,-1 4-68,-13 15-15,14-8 0,4 3-80,1 21 0,19 2-11,25-3 17,19-4-269,5-14 266,-10-14 0,4-4 50,3-4 0,1-3 40,-2 1 0,1-3-40,-3-1 0,-1-5 436,19-19-171,-27-5-15,2-21-101,-24-2-124,-9 5 34,-7 10 1,-5 0 44,-16-7-135,14 15 1,-2 2 27,-7 4 1,-2 5-40,-11 0-66,-18-1 370,22 21-841,9 12-1647,11 15-2240,8 0 4402,6 8 0,4-23 0,0-1 0</inkml:trace>
  <inkml:trace contextRef="#ctx0" brushRef="#br0" timeOffset="19558">21076 3803 22088,'-6'-45'869,"1"1"1,0-1 0,-2-15-1,1 9-521,3 15 45,3 16-426,-2 11 115,2 13-87,8 30 10,2 14-321,-2-9 1,0 4 309,-1 1 1,0 0-9,-2 2 0,-1 1 11,-2 0 0,-1-2 0,-2-11 1,0-1-29,-4 7 0,-2-2 54,-4-2 89,-6 7 39,3-31-39,-1-20-28,-3-15-6,-4-20-53,11 14 1,1-2-7,1-6 1,1-3 5,2-13 0,2 0 135,2 15 0,0 0-143,4-14 0,2 1-266,0 19 0,1 1 260,2-7 1,3 0-21,0 5 1,3 1-127,19-20 130,10 16-23,11 15-6,8 15 17,-28 10 0,0 3 3,3 5 0,0 4-437,2 6 1,-2 3 422,1 6 0,-2 2-3,-3 2 0,-4 3 8,-7-2 1,-5 1 16,-7-3 1,-6 0-259,-23 24 264,-20-9 142,12-30 0,-1-3-130,-19 6 124,-7-9-35,12-17 866,2-9-906,7-12-38,19-8-23,7 5 694,20-11-694,8 16 436,19-6-441,9 17-12,12 7-120,-26 8 0,3 2 128,2 3 1,0 2-4,2 6 1,-1 2-6,-3 2 1,-3 3-12,-6 1 0,-3 1-6,4 25 23,-26-4-11,-26-6 33,-7-11-11,-7-12 0,-5-5-249,9-5 0,-2-2 224,-15 3 0,-1-2-28,18-5 0,0-3-283,-8-3 0,3-4-1356,1-12 1692,-7-20 0,32 21 0,10-3 0</inkml:trace>
  <inkml:trace contextRef="#ctx0" brushRef="#br0" timeOffset="19933">22145 3717 18908,'3'3'3545,"-1"-1"-1871,-2-2-1326,-65 34-208,40-9-96,-12 1 1,5 3 39,27 10 51,18 2-35,15 1-38,18-1-17,-4-12 44,0-9 1,-1-4-17,-4-4 56,-2-1 0,-1-4 185,-10-11 22,1-9-56,-10-11-23,-9-27-597,-9 13 379,-3 5 1,-3 0-72,-13-9 83,-13-6-1,-11 10 12,-8 14-46,-3 11-72,5 10-196,14 10-487,15 8-1350,15 11 2089,28 9 0,-12-15 0,14-1 0</inkml:trace>
  <inkml:trace contextRef="#ctx0" brushRef="#br0" timeOffset="20190">22835 3474 23511,'2'-57'1189,"1"0"1,-2 3-1,-2 11-898,-3 27-240,-3 7-62,1 12 16,1 45-38,4 15-361,1-24 1,1 3 362,3 10 1,3 3-2060,2 7 0,1 0 1944,-1-12 0,0 2-278,2 2 0,0 4 0,0-7-70,-1-7 1,0-3 70,2 9 0,1 0-2639,-1-7 0,0-6-53,-1-5 3100,9 12 1,-16-36 0,3-2-1</inkml:trace>
  <inkml:trace contextRef="#ctx0" brushRef="#br0" timeOffset="20350">22702 3863 15412,'13'-47'-81,"0"1"1,3 6 0,7 8 548,21 19 1,5 10-752,-11-1 0,0 3-36,1 0 0,2 1-2084,15 0 0,-1 1 2403,-17 0 0,-1-1 0,8 1 0,-5 0 0,-11 0 0</inkml:trace>
  <inkml:trace contextRef="#ctx0" brushRef="#br0" timeOffset="20566">23427 3483 26900,'-6'-3'-28,"19"48"-9,2-1 1,3 6-822,-5-10 0,2 1 0,-2 0 636,2 10 1,-1 0-172,-3-3 1,-2-2 483,-3-12 0,-1 0-1463,-2 5 0,-2-2-4246,-6-1 5618,-3 7 0,0-30 0,2-9 0</inkml:trace>
  <inkml:trace contextRef="#ctx0" brushRef="#br0" timeOffset="21033">23374 4027 12505,'-4'-9'4635,"-8"-30"0,0-5-3772,7 13-270,-7-17 1,5-2 78,24 10-610,10 3-57,-1 19 1,2 3-851,23 1 839,-12 8 1,4 2-7,8 2 1,2 1 5,2 0 1,1 0 8,-3 0 0,0 1-6,4 0 0,-5 0 3,-2 1-3,-9-1 0,-3 1 223,-6 0-74,-4 0-73,-14-1 84,-17 0-51,-13 1 34,-16 4 552,2 1-608,-14 8-33,13 3-29,-1 18 0,15 1 13,19 13-13,10-15-3,12-7 1,5-1-25,7 1 13,13 2 0,4-3-298,-3-6 338,2-4 0,1-3 142,-7-8 79,9-8 50,-34-27-263,-16 2 0,-12-8 0,-4 0-17,-5-3 0,-1 2 1,-1-1 60,-7-7-10,-8-5-140,-1 13 11,1 13-73,5 13-179,6 10-11,10 6-1822,9 21-2068,20 0 4192,7 11 0,-3-17 0,-5-8 0</inkml:trace>
  <inkml:trace contextRef="#ctx0" brushRef="#br0" timeOffset="21600">24773 3788 27057,'22'-13'0,"-5"5"5,-6 35 1,-3 13-34,1 14 19,-3-22 1,-2 0-12,-5 2 1,-2-3 13,-8 2 62,-6 10-16,1-25 16,5-9 190,1-10-168,3-12 12,-1-15 11,1-16-45,3-16-195,4 25 1,2 0 163,2-2 0,1 1 0,2 2 0,1 1 9,12-20-75,2 15 47,1 14-6,3 10-11,5 9-12,7 10 18,-5 3-9,-5 7 0,1 6 8,10 18-238,-12-9 0,-2 3 235,-7-2 1,-4 0-9,-3 0 1,-2-1 281,1 24-293,-6-11 23,-4-17 117,-3-8-28,2-13 17,-1-5-17,2-12 512,2-12-529,7-16-17,8-11-22,2 8 17,5 9 0,1 3-34,1 5-6,0 4 1,2 4 6,4 12-63,12 8-38,5 16-341,3 17 273,-10 0-468,-14 0 1,-2 3-1037,-9-10 1,-2 1 1003,4 9 0,-1-1 0,-3 0 0,-9-17 0</inkml:trace>
  <inkml:trace contextRef="#ctx0" brushRef="#br0" timeOffset="23209">27824 3883 20022,'-4'-55'778,"0"0"1,0 1-1,-1 3 1,-1 1 0,-6 9-606,-7 11 1,-4 6-62,-3 1 0,-3 3-40,-2 5 1,-1 5-42,-2 3 0,-1 5-478,-1 7 0,0 5 469,0 5 1,2 5-306,0 6 1,2 3 279,1 4 0,4 3 3,5-1 0,3 2-1334,6 0 0,3-1 1334,4 17-201,17-16 0,6-3 240,23 5-822,2-12 1,3-4 849,16-3 36,-17-15 1,0-4 382,11-13-327,-25 2 1,-1-4 165,16-23-50,-16-12-74,-15-8-22,-8-4-67,-8 13 292,-5-7-203,-1 28 2008,-2-3-2198,4 21 369,0 10-408,-5 24 12,3-2 3303,-3 18-3617,11 22 100,4-20-467,9 11 0,5 1-538,-2-19 0,3-2-205,8 17 1,3-2-1222,-4-12 0,2-3 2661,3-4 0,-2-4 0,3 2 0,-4-12 0</inkml:trace>
  <inkml:trace contextRef="#ctx0" brushRef="#br0" timeOffset="23642">28078 4166 20442,'5'-62'1592,"0"0"1,-1 6 0,-1 8-842,-3 12-248,-2 12-402,0 12-116,0 11 15,1 18 46,1 18-13,5 21-27,2-2-1690,7-6 1,2 4 1675,-4-12 0,0 2 2,0-2 0,-1 3 1,-1-1-171,-1 13 1,-3-2 152,-4-3 1,-3-2 0,-2-6 0,-2-4 16,-8 15 39,1-25 1,-1-23-17,-5-24-12,2-10 1,-1-3-6,-9-23 1063,6 3 1,0-5-1044,6 10 0,2-1-6,2 8 1,0-3 0,1 1 5,0-1 1,1 1 0,1 1-2,-2-7 1,2 0 22,-1-14 0,1 3-14,5 24 0,-1 1 133,-1-13 1,2 3-157,9-7-44,6 15-62,14 15 45,0 10-17,2 12 1,5 7-1061,-1 7 0,1 3 1110,0-4 1,-2 3-57,4 9 1,-7 4 49,-11 10-49,-6 9 5,-30-4-73,-20-5-73,11-22 1,-3-3-477,-2-2 1,0-2-4650,-28 4 5344,15-9 0,20-3 0,13-3 0</inkml:trace>
  <inkml:trace contextRef="#ctx0" brushRef="#br0" timeOffset="24242">28650 3867 27135,'-9'-36'22,"0"0"1,-5-10-12,17 75-11,4 22 8,-1-18 1,1 4-2135,4 13 1,0 1 2122,-2-15 0,0 0 8,5 13 1,1 0-722,-2-14 1,-1-2 715,7 21 0,-3-6 39,-13-28-5,-2-11 61,-12-12-73,1-9 2275,-22-28-2267,4-3 1,1-3-31,7 13 0,0 0 1518,-7-17 0,1-3-1518,8 6 0,4 0 11,3 1 0,2-3-15,2 7 0,2-4 1,2 4-3,4-1 1,5 4 2,5 3 0,6 8-31,24 6 34,17 12-11,-5 12-564,8 9 533,-28 1 0,1 4 20,1 3 0,1 4-34,14 15 0,-3 3 25,-16-12 0,-2 2-48,2 12 1,-7 0-97,-15 9 158,-16 6 0,-26-11 0,-3-26 0,-5-4-112,2-6 1,-2-3-26,0 1 0,0-4-538,2-7 0,3-4-3895,-11-10 4587,2-7 0,25 11 0,15 7 0</inkml:trace>
  <inkml:trace contextRef="#ctx0" brushRef="#br0" timeOffset="24656">29194 3581 20336,'3'-1'2526,"0"0"-1143,-3 1-1209,80 22-516,-22 0 359,-4-6 0,1 3 16,-15 1 1,-6 0-11,6 5 44,-7 7 0,-5 2-11,-9-3 53,-9 6 0,-7-2-30,-15-11 33,-25 18-17,-3-24 48,9-8 0,0-2 3,-11-1 296,-10-17-307,35 1-3764,-5-30 3701,16 17 579,21-36-640,0 31-3,6 1 1,5 1-12,6 5 0,2 3-8,2 0 0,1 0-9,-1 2 0,1 2-56,5 1 1,-2 2-149,8 0-252,14-2-296,-29 8-746,-11 2 387,-9 3-2674,5 7 3805,-8-1 0,1 1 0,-6-4 0</inkml:trace>
  <inkml:trace contextRef="#ctx0" brushRef="#br0" timeOffset="25075">30201 3689 25562,'6'-19'789,"-1"3"-856,-6 16-11,-3 3 72,-6 7 12,-2 2 5,-11 18-11,1 3 17,-5 22-6,12-7-17,13 5 12,22-15 22,4-12-6,5-9 1,5-3 21,18-1-13,-13-4 0,-1-3 70,22-6 84,-10-9 27,-10-10-111,-16-2 45,-7-17-34,-15-16-67,-9-7-204,-2 24 1,-4 1 189,-4 7 0,-2 2-9,-2 1 0,-2 2 12,-25-17-34,12 15-39,-1 6-73,15 14-95,-1 7-561,5 21-69,9 10-1566,10 18 185,6-11 2218,19 17 0,-16-36 0,7 9 0</inkml:trace>
  <inkml:trace contextRef="#ctx0" brushRef="#br0" timeOffset="25516">30966 3892 16527,'3'-7'6296,"0"2"-5652,10-27 0,1-8 296,-7 6-755,9-7 1,-4-1 502,-23 8-525,-7 16-107,-18-4-17,-10 14-17,-11 11-22,10 5 0,13 6 0,1 4-22,-4 12 2,13-8 1,2 3 8,4 17-6,16-1 11,8-10 1,27 7 44,-1-19-11,9 4 89,6-16 29,-18-13 50,12-8 95,-10-18-212,-11 7 77,4-16-27,-11 15-62,-1 1 163,1 2-174,-8 16-56,-1-1-22,-3 11 5,-1 8-17,4 11-44,4 10-113,9 8-268,8 4-566,11 2-170,-14-24 1,3-1-615,5 0 0,2-2-3107,4-1 1,0-2 3438,20 5 1,-16-8-1,-30-11 1</inkml:trace>
  <inkml:trace contextRef="#ctx0" brushRef="#br0" timeOffset="25733">31749 3891 14628,'0'-8'7735,"0"2"-7063,-4-23 0,-4-6 202,-9 7-608,3-12 0,-3 3 26,-18 16-147,-4 9-94,-1 7-40,1 12 11,4 9-22,7 14-50,8 10-158,9 10 18,8-8-368,9-7 1,4 0-809,16 16 94,-4-16 1,5 0 1271,6-7 0,0-5 0,4 4 0,1-8 0</inkml:trace>
  <inkml:trace contextRef="#ctx0" brushRef="#br0" timeOffset="26133">32186 3539 23489,'-21'-44'767,"0"1"1,3 4-1,3 10-688,9 22-68,3 4 11,0 20 6,0 15 6,-1 31-29,3-23 1,2 3 5,0 4 0,1 3 6,1 11 0,1 0 0,-1-10 0,1-2-15,-1-5 1,0 0 89,-1 3 1,0-7 288,0-14-68,4 15-173,4-55-44,9-16-7,9-14 46,7-7-1,3 5-44,-2 8-34,-3 14-45,-4 12-11,6 15-17,-10 5-22,15 19-84,-12 5-236,7 14-380,-6 3-1054,-8 1 1197,-4 0 1,-9-23 0,-3-5 0</inkml:trace>
  <inkml:trace contextRef="#ctx0" brushRef="#br0" timeOffset="26400">32646 3312 24094,'-2'-5'2492,"1"1"-2144,1 4-270,83-8-774,-49 23 0,4 8 722,8 0 1,9 4 0,1 3-1,-8-1-1155,-11 1 0,-5 1 1,1 2 1126,1 1 1,4 4 0,-3-2-1,-6-4-7,-4-2 1,-5 1 214,5 21 0,-7 4-371,-11-12 0,-8 1-127,-4-4 1,-5 3 0,-7-4-1577,-10-8 1,-8-4 0,-2-2 1867,-2-2 0,-2-2 0,2-3 0,-6 1 0,4-3 0,-13 0 0</inkml:trace>
  <inkml:trace contextRef="#ctx0" brushRef="#br0" timeOffset="33920">2836 6046 22576,'-3'6'118,"-2"3"-45,-3 4 5,-5 6 34,-6 3 17,-7 3 33,-4-3 45,-8-6 34,1-7 84,-1-11 5,5-12-100,5-12-79,7-14-44,8-10-18,9-5-10,11-1-35,7 6-27,8 10-45,4 9-11,4 14-6,6 9 0,5 18 12,7 14-257,-23-4 0,-1 3 256,16 19-2,-16-2 0,-5 5 19,-11-8 0,-4 2-385,-4 19 1,-7 3 386,-6-22 0,-6 0 0,-3-1-638,-5 5 0,-4 0 0,-2-1 642,-5 3 0,-2-1 0,-2 0 14,0-2 1,-1 0 0,0-3-247,3-5 0,0-2 1,0-3 312,-10 3 0,1-9 204,10-10 1,2-9-107,-15-23 0,18-24-87,22 11 1,5-2 73,6-3 0,4-1-130,5-1 0,6 2-11,5 3 0,5 4-17,3 4 0,4 5-22,10 4 0,2 6 14,17 3-17,-17 11 0,0 5-31,-13 4 0,-1 3-121,7 6 1,2 1-336,-3 3 0,0 1-1289,0 2 1,-2 0 1803,-5-3 0,-2-2 0,7 7 0,-15-14 0</inkml:trace>
  <inkml:trace contextRef="#ctx0" brushRef="#br0" timeOffset="34102">3534 6343 25197,'40'-21'-1417,"16"2"1417,-10 14 0,0 2 0,7-1 0,2 0 0</inkml:trace>
  <inkml:trace contextRef="#ctx0" brushRef="#br0" timeOffset="36406">5043 5913 20224,'-54'-6'1161,"1"1"0,7 0 0,7 1-707,14 1-292,16 0-50,21-3-5,27-5-82,-5 1 0,6-1-747,7-1 0,5-1 0,-1 0 680,7-1 0,0 0-3,-8 3 0,1-1 1,1 0-223,2 2 0,-1 0 0,-1 1-366,10-1 0,0 0-686,-7 1 0,3 1 0,-5 1 1319,1 2 0,-8 2 0,4-1 0,-18 4 0</inkml:trace>
  <inkml:trace contextRef="#ctx0" brushRef="#br0" timeOffset="36641">5404 5813 24340,'2'36'129,"-2"14"-163,-1-9 1,0 5-947,-2 4 0,-1 3 655,-1 3 0,0 1-527,0 3 1,0 0-219,1-13 1,1 0 1069,2 16 0,0-5 0,1-15 0,0 16 0</inkml:trace>
  <inkml:trace contextRef="#ctx0" brushRef="#br0" timeOffset="37049">6055 6299 20136,'11'-46'1129,"-1"1"1,-9 4-1,-11 10-1006,-32 28-47,-2 13 0,0 6-60,13-3 1,2 1-6,-7 6 1,1 3 16,-11 20-17,6 4-17,3 1-492,21-13 1,6-1 441,7 8 346,11 14-335,36-28 79,10-20-846,-14-13 1,0-5 873,19-14 33,-22 1 0,-1-2-35,-10 3 1,-1-1 149,4-5 0,-3-1 14,-5 3 1,-3 0 391,5-27-443,-13 22 589,-5 0-543,-6 23-191,-1 2-84,-5 10 1953,-11 21-1886,4-3 218,-10 25-682,15 1 173,1-8-645,14 17-1707,18-15-465,8-8-6734,16-7 8556,-15-20 0,-10-7 0,-16 0 0</inkml:trace>
  <inkml:trace contextRef="#ctx0" brushRef="#br0" timeOffset="37500">6562 6226 13693,'18'-57'1925,"1"0"1,0 0 0,-3 6-1,-1 2 1,-3 8-1209,-4 0 263,-6 13-543,-4 19-426,-2 7-16,-1 20 22,1 22-23,3-9 0,0 3 12,2 9 0,1-1-1,-1-5 1,0 1-9,2 22 0,-1-3-706,-1 3 703,-1-7 1,-3 1 10,0-21 1,-2-2 22,-4 25 33,1-16 415,5-27 364,2-17-666,1-11-28,0-16-18,3-13-77,2 6 72,14-21-84,-6 31 56,20-23-100,-19 34 697,16-6-725,6 17-6,8 9 27,14 9 7,-16 6-29,-12 0 1,-1 1-57,4 12 51,5 5-6,-21-1 23,-21-7 38,-32 14 1,-14-12-305,10-14 1,-2-3 262,3-6 0,0-3-20,-23 1-270,23-8 0,4-4-1007,2-7-2174,-1-14-6335,46-1 8890,3 6 0,5 8 1,-13 11-1</inkml:trace>
  <inkml:trace contextRef="#ctx0" brushRef="#br0" timeOffset="37866">7376 6213 21444,'7'-6'4084,"-2"1"-3384,-5 5-280,0 0-420,-21 21 0,11 5 0,-13 12-22,19 22-6,10-19 16,7 17 12,13-20 6,5-10 0,-4-11 83,14-8 6,-13-13-16,6-3 212,2-23-129,-14-3-50,5-20-33,-11-1-236,-6-2 196,-3 6-45,-5 14-139,0 15-460,-2 12 179,0 6-650,0 11-1606,4 21-315,4 9 2997,-1-5 0,-1-1 0,3 0 0,-2 0 0</inkml:trace>
  <inkml:trace contextRef="#ctx0" brushRef="#br0" timeOffset="38759">7907 6695 21791,'33'-30'1057,"0"-1"1,0 1-1,12-15 1,-6 2-815,-21 11 1,-3-1-1030,1-5 0,-1-2 847,1-6 1,-1-2-462,1-8 1,0-3 421,-4 17 0,-1 0 1,-1-2-14,1 1 0,-1-2 1,-1 2 12,4-19 1,-2 3-1,-3 15 0,-1 2 28,-2-4 1,-4 3 578,-6 2-679,-7-4-23,-12 36 56,-10 26 11,1 6-22,0 15 0,0 8-161,8-7 1,1 4 163,1-2 1,0 4 0,2 0-8,6-3 0,1 1 1,3-1-9,2 2 1,2 0 0,2-1 5,-1 7 1,6-1-46,8-7 1,3 2 0,4-5-924,6-3 1,4-2 911,13 12 1,4-3 52,-11-20 1,3-4-374,22-1 0,4-5 298,-18-9 0,1-3 78,19-1 0,0-6 56,-14-5 1,-2-5 19,-4-3 0,-3-5 5,-2-1 1,-5-4 2,-4 0 1,-3-2-23,8-18 140,-9-7 179,-18 14 598,-13 6-861,-18 12 3099,-18 26-3149,-9 15-12,-3 14 149,29-12 1,1 3-189,-15 24 6,12 2 11,14 0 11,16-4-5,15-9-23,16-12 28,0-11 51,29-15-6,-15-13-12,-13 3 1,0-3-170,-7-2 1,-3-2 197,12-14-59,-16 7 0,-2-2 143,1-8 471,3-13-404,-14 24-90,-5 12-139,-5 9 347,-4 11-353,-7 11 199,-5 14-210,8-1 0,3 2 22,-3 7-23,10 15-5,18-27 6,14-3 22,18 1 5,-19-17 1,2-3-116,3-5 1,-1-4 115,25-5 10,-17-10 1,-2-5-308,-14 3 0,-2-3 307,12-13 1,-3-5-3,-9-2 0,-4-4-11,-1-8 0,-3-3-381,-6 15 1,-1-2 0,-1 3 388,2-12 0,-2 1 28,-1-8 1,-2 1 35,-3 14 1,-3 3-183,0 4 0,-3 2 151,-8-20 163,-6 42-218,-5 17-1,-5 19-4,-6 25-283,15-10 0,1 3 274,0 11 0,2 3-43,2 9 1,2 2-53,5-18 1,1 2 0,2-1-81,1 2 0,2-1 1,2 0-66,1-3 0,3 1 0,2-2-318,7 16 0,5-4-487,5-6 1,5-4-1388,2-7 1,3-4 2456,-3-8 0,-2-4 0,10 3 0,-20-15 0</inkml:trace>
  <inkml:trace contextRef="#ctx0" brushRef="#br0" timeOffset="39132">9517 6206 23633,'-45'-20'395,"0"0"1,3 1 0,14 6-194,26 12-202,19 1 78,24 1-131,6 1 0,4 0-403,-12-1 1,1 0 427,2 1 0,5-1 0,-4 0 16,1 0 1,-2-1 16,8-1 1,0-1 58,-8 0 0,-3-4 53,-4-2 1,-4-3 22,5-6 191,-10-12 22,-21 7 27,-8-5-178,-2 6 548,-17-4-610,11 16 965,-11-5-1021,12 12-61,-2 5-23,-2 12-23,-3 30 6,6-5-17,4-4 1,3 3-124,5 17-189,2-21 0,2 1 57,2-2 1,1-1-382,1-2 1,3-1-3437,3 1 1,2-3-5008,3 7 9113,3-6 0,-17-25 0,-2-1 0</inkml:trace>
  <inkml:trace contextRef="#ctx0" brushRef="#br0" timeOffset="39299">10220 5771 16608,'-37'11'-8940,"21"14"8763,51 27 1,-10-17 0,-8-16 0</inkml:trace>
  <inkml:trace contextRef="#ctx0" brushRef="#br0" timeOffset="39682">10764 6059 20890,'0'-4'3568,"0"1"-1983,0 3-1350,-85-2-179,51 11-50,-21 0 0,2 7-12,23 28 0,15-9 1,3 2-6,3 24-472,12-26 0,5-3 472,11 8 30,27 1-19,5-15 33,-18-13 1,1-2 81,-1-3 0,-1-4 95,2-8 0,-3-4-98,7-5 140,-3-24-90,-26-1-55,-4-19-60,-8 23 1,-2-1-101,-2-3 1,-1-1 99,-2 2 1,-1 2 36,-13-24 675,0 21-804,-11 19-45,4 22 29,-1 6-119,1 37-67,18-16-103,3 2 0,3 3-843,11 15-474,7-11 1,3 1-199,11 14 1865,8-14 0,0-6 0,-10-13 0,14 7 0</inkml:trace>
  <inkml:trace contextRef="#ctx0" brushRef="#br0" timeOffset="40025">11215 6376 21595,'22'-54'1266,"0"0"0,-7 11 0,0-1 0,-4 8-885,-2-2 179,3-22-274,-9 41-314,-1 4-62,-1 15 62,1 20 39,2 21-14,1-1 1,-1 4-393,-1-3 1,0 0 380,0 11 0,-1-2-9,-5 14 17,0-27 1,-3-1-22,-7 20 71,3-11 119,2-13-68,7-28 73,14-26-22,8-10-62,7-10 47,1 5 1,2 0-323,4-1 191,9-1 0,3 3-507,-17 20 0,-1 3 507,7-5 0,0 4 0,-2 6 0,-1 5 247,1 6 0,-2 3-247,22 5 0,-14 8 0,-4 7-835,-2 18 502,-14-18 0,-3 3-4583,-6 12 1,-7-1 3540,-2-3 0,-2 13 0,-1-41 0</inkml:trace>
  <inkml:trace contextRef="#ctx0" brushRef="#br0" timeOffset="40641">14170 5882 17326,'22'-56'1177,"0"0"1,0 0-1,-4 9 1,-1 1-1,-3 4-687,-3 5 0,-3 5 194,-4-1-443,-12 20-80,0 18 13,-23 49-102,14-15 1,1 3-273,-4 7 1,-1 6 253,5-9 1,1 6-1,-1 2 1,3-3-1037,0 3 0,2-1 0,0 3 987,0 2 1,-1 4 0,2 1 0,3-3-22,3-11 1,3 0-1,3-2 1,1 0-290,5 12 0,4 0 0,6-3-287,4-3 0,5-1 0,5-3 370,0-11 0,4-1 1,1-2-1,-4-3 1,7 8-1,-1-5 1,5-6-1,0 1 1</inkml:trace>
  <inkml:trace contextRef="#ctx0" brushRef="#br0" timeOffset="41599">15611 6265 18756,'0'-10'3943,"0"3"-3218,-5-31 1,-3-6 327,4 5-678,-3-12 1,0 3 150,5 21-364,1 12-122,0 10-18,0 30-5,0 12-15,1-4 1,0 3-216,0 21 213,0-10 0,0 1-6,-1-15 1,-1-1 10,0 13 1,-1-1 16,-3 14 1,-2-15 111,1-18 224,3-12-38,0-13-203,-2-12-61,-3-11-17,-4-17-16,0-14-12,6 21 0,2-3-280,1-4 0,2-2 277,1-3 1,2 0-4,4-2 1,2 2-176,1 2 0,4 2 167,2 5 1,3 3-10,2 5 1,3 4-22,29-10 24,-22 22 1,2 5-1,4 3 1,1 4-255,2 5 1,0 4 248,2 5 0,-2 4-3,-1 6 1,-2 4 13,-3 4 0,-4 2-20,-5 2 1,-4 2 2,-6-1 1,-4 0 8,-7-3 0,-6 0-261,-17 25 289,-6-19 2,-1-17 1,-3-4 42,-11 0 747,-14 3-708,21-19 337,8-11-338,5-8 540,4-9-578,5-2 286,5 1-342,10 5-23,8 4 11,14 5 1,19 5-12,20 7-672,-3 6 672,-9 6 0,2 4-11,-17-2 0,-1 2-45,17 11 1,-3 1 10,-3 7-22,-13 12 56,-42-19-28,-17 4-107,-6-17 1,-4-3-62,-18 3-98,11-8 0,1-5-646,-9-10-685,-8-9-3680,15-13 4654,16-1 1,14 9-1,9 8 1</inkml:trace>
  <inkml:trace contextRef="#ctx0" brushRef="#br0" timeOffset="41965">16733 6136 25186,'-35'31'136,"0"-1"0,1 1 0,-13 18 0,15-4-108,27-9 50,19 14 0,12-20 6,14 3 23,4-8 83,-1-8 96,-5-9 44,-7-10 17,-5-7-50,-6-11-39,-3-18-202,-8 8 39,-3-20-56,-13 17-11,-4-3-5,-15 8-57,-11 11-117,-24 10 28,17 9-454,-13 10-661,38 7-924,12 7-7669,49 6 8471,-12-13 1,16-3-1,-36-14 1</inkml:trace>
  <inkml:trace contextRef="#ctx0" brushRef="#br0" timeOffset="42198">17478 5978 25242,'-4'-57'844,"0"0"0,3 12 0,-2 8-536,-10 9-247,7 23-128,-1 16 67,3 23 0,1 9-20,3-3 1,1 3-559,3 0 0,1 1 513,2 13 1,1 3-143,3-1 0,1 2-217,-3-15 0,1 1 1,-1-2-295,4 10 1,-1-2 207,-1-4 1,0-2-1468,-1-11 0,-1-3 1266,3 3 0,-2-5 0,-5-18 0</inkml:trace>
  <inkml:trace contextRef="#ctx0" brushRef="#br0" timeOffset="42582">17380 6275 24637,'50'-20'-209,"0"-1"0,-18 3 0,2 2-2,14 11 0,8 5 0,-6-1-2543,-6-5 1,-1 0 2083,19-5 1,-2-2 215,-24 3 0,-2-3-182,7-5 1,-2-3-68,-9 3 1,-2-2 1323,8-7 1,-1 0 325,5-10 2664,-11-9-2815,-28 31 1102,-11-13-1002,-2 18 2464,-6-3-3086,8 9 402,0 2-659,5 4 11,-5 10-23,1 13 1,0 35-28,5-10-636,8 6 0,4 1 512,3-1-201,2-2 0,1 2-561,-6-20 1,-1-1-4009,1 14 1,-1-2 3299,-1 10 1,-3-10-1,-3-41 1</inkml:trace>
  <inkml:trace contextRef="#ctx0" brushRef="#br0" timeOffset="43081">18033 6282 25769,'11'-38'-40,"-1"0"1,18 3 0,7 12-3,-1 22 0,4 9-1014,17-4 1,2 2 1010,-5 1 0,-3 0 31,-10-2 0,-1 0 0,4 0 0,-3-1 613,15-2-588,3 0 147,-16-2 111,-20-2 367,-9 2-496,-10-2 56,-5 2-117,-3 0 1031,-8-1-1082,-14 13-28,0 3 11,-2 15-22,14 2 11,12 4 11,8-8-22,26 13 5,8-15 12,9 4 16,-9-18 1,0-3-6,2-3 86,1-3 1,-1-4 165,-7-11-17,8-9-157,-26-1 39,-12-25-106,-7 19 19,-6-3 1,-5-2-17,-9 7 0,-4 3-34,1-1 0,-1 2-1699,-2 3 1,0 5 1628,-15 5-313,13 21-320,5 5-649,9 16-1261,22 5-7215,12 3 9318,3-12 1,-3-10 0,-11-14 0</inkml:trace>
  <inkml:trace contextRef="#ctx0" brushRef="#br0" timeOffset="43658">19311 6306 27298,'6'-16'-96,"-2"15"96,-6 47-16,0 4-1,-1 1 17,0-14 45,0 6-45,2-25 84,-1 2 184,2-16-100,0-10-123,0-9-22,0-5-1,3-8 39,6-6 1,2-4 28,12-16-54,-5 9 1,2 1-4,11-6-27,-9 19-29,7 9-38,-6 17 38,16 10 12,3 14-17,3 17 11,-22-14 1,-1 2 4,-2 2 1,-1 0 11,11 27-56,-9-5-11,-9-8 61,-8-12 46,-3-13 116,-1-8 7,-2-10-85,-3-11-5,-3-13 0,0-16 16,2-12-27,14-5-51,8 3 23,13 11-12,6 13-27,7 16 5,7 13-23,8 17 0,-25 0 1,0 3-279,0 4 0,-1 2 208,-2 3 1,-1 2-126,-5 0 0,-3 2-320,-5 0 0,-4 0-2968,-1 30 3506,-13-10 0,-1-19 0,0-14 0</inkml:trace>
  <inkml:trace contextRef="#ctx0" brushRef="#br0" timeOffset="44116">22020 6533 23853,'41'39'485,"1"1"0,-3-1 1,-14-18-133,-30-34 163,-3-14-214,-3-4 236,-2-25-169,6-4-1059,5 4 0,2-4 740,3 3 1,3-2-23,-2 10 0,2-2 0,0 2 3,0 5 1,1 1 0,-1 1 10,2-18 0,-3 4-23,1 14 1,-4 3 41,-7-1 1,-3 5 370,-9 5-432,-17 1 5,-4 40 1,-7 27-12,5 9-547,22-9 0,0 7 0,4-1 491,2 13 1,4 3-5,0-3 1,0 5 0,5-2-44,4-7 1,5-1 0,1 0-83,2-1 1,1 0 0,3-2-236,2-1 0,2 0 0,1-2-241,0-1 1,2-1-1,1-1-433,-1-2 1,0-2-1,1-1-3816,7 12 1,-1-6 4593,-8-12 1,-2-5 0,4 3 0,-16-24 0</inkml:trace>
  <inkml:trace contextRef="#ctx0" brushRef="#br0" timeOffset="44615">21963 6598 14865,'-44'-42'1220,"0"0"0,0 0 0,5 4 0,1 2 0,5 4-674,5 7 0,5 3 852,-5-11-1252,26 11 158,30 7-324,2 10 1,5 1-18,15 2 1,5 1-435,-10 1 0,2 2 0,1 0 461,6 0 1,2 1 0,-2 0 1,-9 0 1,-2 1-1,3-1 9,1-1 1,3 1-1,0-1 1,-4 0 17,14 0 1,-1-1-11,-6-1 0,3 0 1,-5-2 18,0-2 0,-5-2-1145,-5-4 1,-5-2 1284,6-4 179,-12-8-61,-27 11-135,-13-3-39,-16 4 73,-22 5-39,-13 9 234,27 3 0,0 3-361,2 3 1,2 2-20,-19 21 3191,19-3-3180,14 19-22,23-12 22,15 17 17,24-12-385,-16-22 1,2-2 384,3-3 0,1-2 56,-2-3 0,-1-2 101,16 0 347,-3-19 251,-22-6-542,0-16-90,-15-6-50,-12-7-28,-9-2-6,-9 1-5,-5 6-12,-1 8 761,4 9-990,5 10-280,5 7-801,3 12-2868,1 8 4128,3 4 0,2-3 0,4-7 0</inkml:trace>
  <inkml:trace contextRef="#ctx0" brushRef="#br0" timeOffset="44945">24032 5986 20624,'-7'3'3264,"2"-1"-2944,5-2 1658,0 0-2012,9-49 9,17 35 0,5 0-490,-5-16 1,4 1 447,18 13 1,11 8 0,-3 2-613,2 0 0,0 0 232,-5 2 0,2-1 0,-5 2-97,-4 2 1,-6 2-4373,0 5 1,-6 1-2297,-10 2 7212,1 7 0,-24-12 0,-1-2 0</inkml:trace>
  <inkml:trace contextRef="#ctx0" brushRef="#br0" timeOffset="45142">24361 5898 17333,'-4'0'6940,"0"0"-4520,4 0-2454,-14-25 29,13 26-7,-3 12 12,11 20-11,1 17 0,1 6-496,-3-16 1,-1 1 326,1 0 1,0 2 0,0-1-919,4 14 0,1-2 90,2 1 0,2-2 260,-3-12 1,2-1-4169,10 12 1,0-5 3076,-1-8 0,7 9 0,-25-41 1</inkml:trace>
  <inkml:trace contextRef="#ctx0" brushRef="#br0" timeOffset="45491">25009 6413 24699,'-16'-43'468,"0"-1"1,5 6 0,-3 8-296,-21 21-150,15 11-12,-5 8 6,14 14-28,6 10-12,12 8 18,12 3-23,16 1-502,12-4 496,5-7 40,-3-10 61,-10-12 62,-10-10 84,-9-11-12,-9-10-66,-7-15 10,-10-11 413,-2 5-446,-4 10 0,-3 1 62,-10-6-51,-16-8-62,3 21-61,8 9-33,-6 7-354,3 12-660,2 7-1949,3 13 2996,20 10 0,4-15 0,8 0 0</inkml:trace>
  <inkml:trace contextRef="#ctx0" brushRef="#br0" timeOffset="46559">26738 6672 21780,'14'-50'631,"1"-1"1,0 1 0,-1 1 0,0 0 0,-10 9 91,-27-4-459,-12 2-186,4 24 0,-2 5-597,-21 1 569,15 10 1,-2 4-261,8 3 1,-1 2 225,-7 4 1,0 2-20,5 3 1,3 4-7,6 1 1,4 2-9,-4 26-11,25 2 17,27-1 8,-3-26 0,6-2-3,7-2 1,3-3 24,4-4 1,1-2 22,1-4 0,0-3 28,-2-5 0,-2-3 42,-6-3 0,-2-4-1397,-3-9 0,-4-3 1352,4-10-57,-9-25 170,-15 21 229,-2-6-163,-4 11-1912,-2 12 1672,0 11 2175,-1 5-2237,0 11 168,-4 10-151,-3 16-79,2 16-117,9-9 0,2 0-527,6 18 599,0-22 1,3 1-536,9 0 1,4-2 148,-3-7 0,3-1 151,8 9 1,4-3 243,-2-15 0,0-6 204,11-2 3347,8-20-2977,-30-15 67,1-16-67,-13 9 0,-2-2-467,3-14 383,-4 13 0,-1 1 1099,0-3-864,2-3-185,-4 13-218,-2 12-229,-2 8-35,-1 25 453,0 0-357,3 39-23,3 6-551,1-10 1,0 4 565,1-5 0,0-1 2,-1-2 0,1 0 3,-2-4 1,0-4-143,3 17 150,-1 3-5,0-21 28,-4-21 45,-2-19-101,-1-10 28,-2-26 11,-9-15-485,1 11 1,-2-3 492,-6-9 1,-2-1-7,5 13 0,0-1 0,-1 1 4,-1-2 0,0 0 0,1 0-1,-5-17 1,2 1-6,7 15 0,2 0 1,2 3-10,0 4 1,3 3 486,1-5 1,5 6-507,15 9-50,26 8 56,-4 3-78,-2 11 1,1 5 21,22 14 19,-15 4 1,-1 6 10,-7 0 1,-3 2-15,-2 0 1,-3 3-37,-8 1 0,-5 0-86,-3 15-93,-18 7-26,-28-13-257,-5-26 1,-6-5 234,12-3 0,-1-3-652,-19-4 0,0-5-6786,-9-11 7752,29 5 0,1-1 0,-3-5 0,18 7 0</inkml:trace>
  <inkml:trace contextRef="#ctx0" brushRef="#br0" timeOffset="47082">27887 6366 20783,'5'3'3322,"-1"-1"-1546,-4-2-1541,13 54-151,-4-25-20,5 14 1,2 5-431,-4-18 1,2-1 396,2 10 0,1 1-6,0-1 0,-2-1-8,-2-2 0,-2 0-73,-2 0 1,-2-2 105,1 14 1,-6-10 206,-5-23 107,-1-11-45,-9-15 318,2-2-593,-6-14 1,-1-4-11,-1-6-17,-3-16 0,1-4-7,10 17 0,2-1 18,-5-19 0,2-2-1644,6 10 0,2 3 1627,0 3 0,2 2 11,2-19 18,6 9-52,11 22-4,1 8-68,33 7-1986,-5 22 2053,12 2-3,-25 4 1,-2 4 2091,19 19-2100,-19-11 0,-2 5-14,-1 7 0,-5 2 36,-7-6 1,-4-1 16,1 27 23,-35-18-29,-8-26 1,-4-4-23,-23 8-346,-2-12 0,-1-7 335,24-2 0,1-3-146,-12-3 0,2-1 2647,0-9-4871,18-9 2398,29-1 0,-3 10 0,10 0 0</inkml:trace>
  <inkml:trace contextRef="#ctx0" brushRef="#br0" timeOffset="47842">28567 6173 24767,'52'-2'0,"4"16"-6,-17 23-1413,-11-8 0,4 5 0,-3-3 1391,12 16 9,-13-15 0,2 4 1,-4-4 1135,7 19-1154,-16-22 1,-2 0-20,3 15 67,-17-14 981,-16-14-919,-15-14 44,-10-13-27,-3-11-51,10-2 376,6-11-342,16 2-6,18-20-89,16 7 1404,-2 19 0,5 3-1388,5 5 1,0 3 11,24-7-34,-7 11 0,2 2 0,-13 5 0,-1 0-171,17-1 0,0 1 162,-12 2 1,-2 1 8,-4 0 0,-2 0 22,12 0-5,-4-1 17,-25 0 27,1 1-5,-13-1 415,-3 0-432,-3-1 744,0-1-693,-9-3-40,0 4 18,-7-1-40,0 5-12,5 4-10,-5 14 0,8 4 16,-1 7-33,10 20 28,14-9 2,-1-11 1,3 0-12,6-4 1,3-2-174,5 0 1,2-2 186,2-2 1,2-2-4,-1-4 1,1-2 19,-3-3 1,-1-3 38,20-3-11,-18-7 56,-2-19-27,-19-5 10,1-23-16,-16-3 33,-8-5-48,-2 26 1,-2 1 359,-9-10-385,5 17 1,-3 3-29,-10 4-28,-10 0-38,4 12 10,9 8-128,-4 10-583,3 16-398,5 6-924,5 12-4251,23-3 6346,8-7 0,0-13 0,-1-10 0</inkml:trace>
  <inkml:trace contextRef="#ctx0" brushRef="#br0" timeOffset="48515">30517 6411 23735,'-17'-49'678,"0"1"0,-2 4 0,-4 8-482,-32 11-166,24 17 1,-2 3-248,0 4 0,0 2 234,-28 13-17,9 12 11,14 12-5,13 6 155,14 4-145,15 1 80,14-1-68,15-5 39,8-7 90,2-14 156,6-14-217,-18-9 100,11-14-12,-16-7-4,7-12-24,-3-6 35,-5 0 94,-4 1-212,-10 17 256,-5 5-340,-5 15-151,-1 0 100,0 13-55,1 8-113,8 18-173,7 8-280,14 6 156,-10-24 1,2-2-396,4 0 0,3-3-190,4 0 0,2-2-774,4-1 0,2-4-44,1-2 1,0-2 688,-1-3 1,0-4 1140,-4-3 0,-2-4 1871,23-12 906,-14-14 157,-12-11-510,-12-7-772,-9-1-266,-14 3-564,-14 4-256,-19 7-315,1 12-28,-1 12 0,-2 4-72,-13 4 269,14 4 0,1 5-326,-16 28 6,23-4-9,14-2 1,4 3-14,5 19 10,5 2-33,10-12 1,7 2-1779,10-6 0,3-2 1702,-2 2 0,1-2-47,4-4 0,5-5-982,3-7 0,1-6 24,-6-5 0,2-1-941,15 3 1,0-5-1768,-11-10 0,-3-3 3834,-4-1 0,-5 0 0,8-7 0,-19 4 0</inkml:trace>
  <inkml:trace contextRef="#ctx0" brushRef="#br0" timeOffset="48908">31612 6488 13889,'2'-57'2916,"1"1"0,-1-4 1,-1 4-2139,-1 22 1,-1 2-231,1-3 1,-1 0 197,-1-15-332,0 19-296,1 17-158,1 10 18,-1 16 39,1 20-6,4 30-445,-1-20 1,0 3 438,2 8 1,0 2-6,-1 3 0,-1 0-17,-4 0 1,-3-1 7,-1-4 1,-3-1 13,-2-7 1,-2-3-1560,1-7 1,0-3 1576,-4 10 162,4-14 235,8-19-107,4-9-212,10-19 531,3-4-568,5-8 1,5-4-18,2 1 1,2-1-6,4-5 0,2 1 1487,-6 8 0,1 4-1478,21-4-46,-14 20-53,5 4 42,-11 9-44,16 30 16,-26-10-19,0 4 0,-1 3-160,-7 11-268,1 10-5130,-5 4 3360,-3-21 2040,1 0 1,-5-26-1,2-1 1</inkml:trace>
  <inkml:trace contextRef="#ctx0" brushRef="#br0" timeOffset="49125">32335 5989 26614,'46'-13'147,"0"1"1,5 11 0,-5 13-118,-18 19 1,-5 10-338,-1-7 1,-1 3 0,-1 3 294,-1 12 1,-2 3 0,-5 0-1065,-5-6 0,-3-1 0,-3 0 1048,-1-1 0,-1 0 0,-7-3-125,-9-2 0,-6-2 0,-3-3-613,-12 6 1,-6-2-1386,8-8 0,-3 1 0,0-4 2151,-14 7 0,3-6 0,15-9 0,5-5 0,-6-1 0</inkml:trace>
  <inkml:trace contextRef="#ctx0" brushRef="#br0" timeOffset="49795">31247 6461 24799,'36'-35'353,"0"0"0,0 4 0,-16 7-246,-39 16-74,-11 5 1,-24 5-15,22 3 1,0 2-20,-25 8 17,13 3 0,0 4-357,11-5 0,1 2 340,-14 10 0,2 0-3,15-9 1,3 0-10,-6 9 1,4 3-50,3 23 22,0 0-23,26-5-308,41-3 76,-16-28 0,3-1-364,16 7 0,2-2 36,-12-9 1,2-4 621,24-1 0,-5-3 0,-17-1 0,-5-4 0,-1 0 0</inkml:trace>
  <inkml:trace contextRef="#ctx0" brushRef="#br0" timeOffset="50066">31279 6419 25567,'-28'11'297,"-15"27"-238,23-12 0,-1 2-403,-1 2 0,-1 0 391,-3-1 1,1-2 2,-13 16-5,-1 7-51,18-7 164,31-4-326,11-11-2560,24-5 0,9-3 2619,-16-7 0,-1-1 1,7 3-1,-2-2 1,-3-3-1</inkml:trace>
  <inkml:trace contextRef="#ctx0" brushRef="#br0" timeOffset="56766">1435 9110 24654,'-12'-59'-269,"1"27"331,3 79-46,3-14 1,-1 1-3,-2 5 0,-1 0-6,1 3 1,-1 0 2,1-1 0,0 0-1052,2-4 1,1-2 1028,-1 22 513,3-20-266,4-19-56,-1-12 185,7-26-307,-3 2 60,4-14 1,-1-5 89,1-24 12,-2 13 1,-1 0-167,-3 15 0,0-1 76,-1-18 0,-1 3-56,1 1 33,-1 3 1,0 4 33,0 15-128,0-3-46,0 24 12,0 5 10,2 17 52,4 23-18,0 14 485,-3-17 0,1 0-502,-1 17-11,-2-20 1,-1 0-1,0-1 1,0-2-12,-1 28 52,0-9 82,1-30 146,0-13-145,0-10-17,-5-23-73,0-9-6,-2-10-14,1 7 1,0-1 167,-2-22-162,3 18 0,1-1-9,0-18 18,4 17-12,2 20-62,0 13 35,0 12 21,3 12 199,2 12-249,4 32 28,-4 6-450,-3-19 1,-2-1 410,-4 18-409,0-12 0,-1 2-961,1-15 1,1 0-3491,2 14 1,1-2 3657,2 4 1,4-21 0,-5-23 0</inkml:trace>
  <inkml:trace contextRef="#ctx0" brushRef="#br0" timeOffset="57407">2168 9356 18913,'-5'0'3114,"1"0"-2627,-31-5 1,-9 0-169,11 2-36,-19-1 0,-1 1 137,15 7-124,0 2-150,16-2-135,11-1-5,10-1 78,9 2 17,15 0-62,4 0 0,13-4 0,6-1-1721,5-6 0,0 0 1687,0 1 1,0 0-3,8-5 0,-4-1-149,1-1 191,3-3 39,-22 6 102,-19 4 110,-12 3-273,-8 3-62,-13-1 11,-15 0 39,-24 6-9,19-1 1,-2 1 1413,-4 1 0,-1 2-1402,1-1 0,1 1-9,4-1 1,3-1 230,-14 5-241,21-6-1,16-2 17,13-3 23,15 0 11,20-5-40,23-4-8,-24 2 1,2-1-107,2-1 1,-1-1 114,-2 0 0,-2 0 33,25-9 17,-16 3 33,-16 4 79,-12 3 73,-10 5-34,-4 2-184,-10 2 652,-8 0-692,-19 3 6,-15 5-120,19-2 1,-2 1 116,0 1 0,0 1-288,-25 10-1457,15 1 1759,18 3 0,13-11 0,10 1 0</inkml:trace>
  <inkml:trace contextRef="#ctx0" brushRef="#br0" timeOffset="59306">3926 9149 24301,'-15'-45'0,"2"13"64,5 60 1,-1 18-15,1-14 1,0 2-726,-4 17 1,-1 1 707,2-9 1,1-1-9,1-3 1,1 0-7,1-7 1,2-1 469,-2 14-316,4-19 653,3-14-87,0-10-403,1-13-269,2-13 34,2-18 16,2-16 164,-5 24 1,1-2-223,0-4 0,0 1-12,-1-2 1,0 2-15,2 0 1,-1 2 11,4-25-56,3 16-12,3 14-16,6 11 6,11 9 10,13 6 7,10 13-402,7 10 384,-30-2 0,-2 3 12,0 2 0,-2 2 2,-1 3 0,-3 1-5,-3 0 0,-1 1-3,7 25 301,-11-9-267,-9-9 106,-4-16 112,-1-9-11,0-11-107,-4-10 328,-2-11-361,-2-12 22,2-10-55,6-6-12,10-4 0,11 4-17,9 6-22,6 12 5,4 11-11,1 11-11,1 9-39,3 11-34,3 13-33,-1 14 10,-23-14 1,-1 1-132,-1 4 1,-1 0-467,0 1 0,0 0-181,-2 1 1,0-1-449,1-1 0,0-1-1667,21 18 704,3-17 1399,0-15 959,-10-15 801,4-15 818,-14-7 262,-6-1 1,-2-3 62,5-21-1429,-4 2-51,-10 19 366,-4 17 62,-2 5-982,0 2-7,0 11 52,2 0-17,5 14 62,12 7-28,-2-5-12,25 12 6,-20-22 17,27 3 0,-11-14-39,12-7 78,-4-8 85,-8-9 16,-11-4 28,-13-6-6,-7-3 17,-8-3 51,-5 3 83,-9-1-251,-4 14-90,-3 7 11,-8 11-5,-1 11-17,-9 9-1,-8 24-3385,11 3 3374,7 5-198,13 5 137,14-7-168,12 13-115,9-25 1,5-2-71,16 11-594,11-14 1,4-6 162,2-7-381,0-5 0,3-3 566,-20-7 0,-2-4 481,10-1 1,-1-3 315,-5-3 1,-2-3 490,0-6 0,-4-2-79,9-10-11,-20 6 1,-2-1 352,-1-13-39,3-9 3536,-8 0-3609,-8 18-504,-6 8 210,-9 16-450,-7 6 873,-19 17-919,0 7 18,-8 18 4,18-6 24,7 12-7,14-8-33,23 17 6,0-21-34,13-11 0,5-6-453,22-6 486,-24-4 1,1-2 16,0-7 1,0-5 80,-5-3 1,0-3 16,-2-2 1,-2-1 41,19-17 137,-24-7-75,-17-2-28,-5-17-45,-13-2-61,-2 11 33,-18-1-45,-15 18-10,-8 8-66,20 15 1,-1 7-14,2 10 0,2 5-84,-15 18-79,23-7 0,4 3-1142,1 29-6476,16 6 7820,10-7 0,0-19 0,0-18 0</inkml:trace>
  <inkml:trace contextRef="#ctx0" brushRef="#br0" timeOffset="59662">6936 9214 27505,'17'-42'-146,"-5"22"141,-22 65-135,1 9-448,3 3-1339,9 0 1927,11-1 0,-5-26 0,4-6 0</inkml:trace>
  <inkml:trace contextRef="#ctx0" brushRef="#br0" timeOffset="59849">7050 8846 20806,'-29'9'0,"5"-2"0</inkml:trace>
  <inkml:trace contextRef="#ctx0" brushRef="#br0" timeOffset="61025">7464 9133 25707,'-9'-43'494,"1"0"1,-1 5 0,4 5-360,9 13-113,-1 6 12,11 1-34,17 3-28,7 3-28,15 9 16,-4 13 18,-12 4-45,8 18-20,-25-11 0,-1 1 26,10 18 2,-13-12 0,-5 2-25,-10 16 84,-8-3 0,-3-7 78,-8-17-16,11-16 313,-3 2-33,8-9-40,1 0-251,4-9-96,2 4 0,6-5-11,7 8-22,8 10 50,-1 2 5,3 8-61,10 20 56,-6 0-9,-9-3 1,-4 1 3,-4 21 5,-12-3 2,-19-26 1,-6-2 20,-6-1 16,-6-4 0,-2-4 73,-3-8 73,-16-11-135,31-8 12,6-19-45,19-1-45,17-14-6,5 6-53,16 5 1,8 2-419,-6 8 0,3 1 466,-1 1 0,2-1 0,1 2 3,-4 3 1,-1 1-1,1 0-5,8-2 0,1-1 0,-2 1-977,-8 2 0,-2-1 0,0 1 1049,17-7 0,-4 0 16,-13 1 1,-5-2 70,6-13 39,-3-6 67,-20 4 5,-12 10-122,-8 10 105,-10 4-128,2 10 576,-24 5-615,2 12-17,-19 11 3381,13 2-3390,12-1 1,3 3-20,-4 15 22,-3 9 12,19-3-23,16-6 34,8-3 5,11-6 46,8-22-12,5-11 11,6-13 50,1-9-44,-8-1 112,9-22-51,-19 11 85,9-12 23,-17 18-242,-7 12 0,-7 9 0,-2 4 0,-4 9 0,-1 9 0,-3 16 0,2 0-13,6 29 8,14-19-4,-1-11 1,4-2-20,5-7 0,3-3 0,20 7-11,-7-15 0,2-5-354,16-11 382,-16-1 0,0-4 5,-9-6 1,-3-5 10,-1-3 1,-3-5 11,-1-6 0,-3-3-9,-4 6 0,-3-3 16,-1-6 1,-1-5-1,-2 1-766,-1-8 1,-1-1 757,-1 2 1,1-4 0,-3 1 0,-2 8 0,-2 2 0,-1-1-12,-2 2 1,-1 0 0,-1 3-6,1-7 0,-3 2 0,-9-8 0,0 6 0,2 13 0,-9-15 0,18 46 0,0 4 0,-3 27 0,3 20 0,0-5 0,3 7-858,4 0 0,3 4 0,0-2 854,0 6 1,1 1-76,4 1 1,2 4 0,0-5-17,2 2 1,-1-2-125,-2-12 1,1 2 0,0-1-977,2 0 1,0 0 0,-1-4 827,0 0 0,0-3-776,4 4 1,-1-5-4303,-2-12 5445,-2-3 0,-7-16 0,-4-7 0</inkml:trace>
  <inkml:trace contextRef="#ctx0" brushRef="#br0" timeOffset="61373">9589 9364 19288,'-14'-53'1962,"0"0"0,-5 1 1,-1 8-1537,-4 13 156,-9-2-251,23 22-359,1 1-124,12 7 74,4 2-275,40 2-56,10 4-70,-11-3 1,2 1 335,-2 0 0,0 0 76,-1-1 0,-1-1 39,-4-3 0,-1-2 50,-6 0 1,-1-3-4,20-16 267,-12-5 168,-13-6 442,-8-4-286,-10 8-72,-3 3 232,-5 14-395,0 6-112,-1 6-431,0 0-11,0 10 128,0 16 40,2 21 11,1-13 0,1 1-659,2 5 1,1 1 638,3 1 1,1 0-113,0-1 1,1 0-472,0-4 0,1 0-431,-1-4 1,0-1 1033,13 22 0,-12-25 0,-1-9 0</inkml:trace>
  <inkml:trace contextRef="#ctx0" brushRef="#br0" timeOffset="61549">10627 8661 24157,'-46'-27'-271,"0"0"0,4 4 1,9 15-626,22 49-1483,16 13 2379,7-21 0,2-2 0,3 7 0,8-6 0</inkml:trace>
  <inkml:trace contextRef="#ctx0" brushRef="#br0" timeOffset="61940">11190 8886 18975,'0'-5'4022,"0"2"-3002,0 3-953,-68-21 550,23 28-620,-4-9 1,-1 6-4,21 14 0,4 6 17,2 3 1,2 1-12,5 1 0,2 1 11,-2 30-5,18-3 5,19-5-22,20-7-9,-14-26 0,2-3 26,2-4 0,2-3 55,27-1 96,-7-18 84,-13-11 438,-12-15-477,-11-12-40,-9-10-157,-7 26 1,-2-2 53,-2 0 0,-2 1 200,-4-4 0,-2 2-220,-7-9-39,-13 0 145,2 31-217,-15 4-119,-8 14-316,18 5 1,1 3-110,-11 9-124,-1 11-2195,38 11-2856,29-3 5791,11 11 0,-11-32 0,-11-14 0</inkml:trace>
  <inkml:trace contextRef="#ctx0" brushRef="#br0" timeOffset="62266">11533 8951 18504,'0'-6'6043,"0"1"-3780,0 5-2246,-15-24-11,2 36-23,-14 0 17,14 25-17,3 19 17,9-15 0,1-8 6,0-1 67,2-24 139,-1-1 371,5-9-460,0-3 0,13-11-61,7-8-73,15-10 67,7-3-42,-17 18 0,0 1-26,11-4 29,18 1-22,-22 16-63,12 7-128,-3 12-4836,-4 26 3435,-19-6 1597,-17 2 0,-4-2 0,-4-11 0,-4 12 0</inkml:trace>
  <inkml:trace contextRef="#ctx0" brushRef="#br0" timeOffset="62950">12731 8950 16205,'16'-42'1439,"-1"1"1,0-1 0,5-13-1,-5 9-520,-10 21 270,-6 13-1127,-2 9 233,-2 7-228,-20 20-22,-4 8-34,7-7 0,-1 1-5,-15 24-6,12-2 22,12-7 180,16-8-113,11-11 592,12-9-385,8-10-44,7-12 51,2-11 83,-3-9-55,-10-7-96,-11-2-157,-10 7 96,-10-10-113,-4 18-77,-6-5-91,-1 16-100,-2 6-157,-3 11-28,1 2-3260,-15 32 2804,6 8 0,2-8 0,10-6 0</inkml:trace>
  <inkml:trace contextRef="#ctx0" brushRef="#br0" timeOffset="63256">12958 9244 25892,'-3'17'50,"6"1"1,9-1-12,6-1 6,0-6 201,-5-4 258,-6-4-129,-4-4-229,-7-9-96,0 0-3279,-19-28 3268,11 20-1490,-21-25 1423,23 30-1154,-9-5-549,14 15 1731,-5 1 0,8 3 0,-1 1 0</inkml:trace>
  <inkml:trace contextRef="#ctx0" brushRef="#br0" timeOffset="63759">2613 10593 18952,'34'-47'-41,"-1"0"0,-1 16 1,4 3-1,6 5 35,4 8 1,6 6-1,3 3 1,1-1-1068,-6 0 0,2 1 0,1 0 0,1 0 0,1 1 1107,-4 0 1,1 1-1,0-1 1,1 1-1,1 0 1,1 0-151,5 0 0,0 0 1,1 1-1,1-1 0,1 1 1,1-1 253,-6 1 0,2-1 1,0 1-1,0 0 1,1 0-1,1 0 1,0 0-46,-5 0 0,1 0 0,1 0 0,0 0 0,0 0 0,1 1 0,0-1 0,1 0 43,-4 0 0,0 0 1,0 1-1,1-1 0,1 0 1,-1 1-1,1-1 1,0 0-1,1 0-129,-4 1 0,0-1 0,1 0 0,0 0 0,0 1 1,1-1-1,-1 0 0,1 0 0,0 0 0,0 1 83,3-2 1,0 1 0,1 0 0,-1 0-1,1 0 1,0 0 0,0 0 0,1-1 0,-1 1-1,1 0-27,-4-1 1,1 1-1,-1 0 1,1-1 0,0 1-1,0 0 1,0-1-1,1 1 1,-1-1 0,1 1-1,-1-1-16,2 0 1,1 0 0,-1 0 0,1 1 0,0-1 0,0 0 0,0 0 0,0 0 0,0-1 0,0 1 0,1 0-20,-5 0 1,0 0 0,0 0 0,1 0 0,-1 0 0,1 0 0,-1 0 0,1 0 0,-1-1 0,1 1 0,0 0 0,-1 0-8,1 0 1,0-1 0,0 1 0,1 0 0,-1 0 0,0-1 0,0 1 0,0 0 0,0 0 0,1-1 0,-1 1 0,0 0-11,0 0 1,-1-1 0,1 1-1,0 0 1,0-1 0,-1 1-1,1 0 1,0-1 0,-1 1 0,1 0-1,-1 0 1,0 0-6,5 0 0,-1-1 0,0 1 0,1 0 0,-1 0 0,0 0 1,-1 0-1,1 0 0,0 0 0,-1 0 0,0 0-4,-2 0 0,-1 1 0,1-1 0,-1 1 0,1-1 0,-1 1 0,0 0 0,-1-1 0,1 1 1,-2 0-1,1 0-12,1 0 0,1 1 1,-1-1-1,0 0 1,-1 1-1,0-1 1,0 1-1,-1 0 1,0 0-1,-1 0-105,8-1 0,-1 1 0,0 0 1,-1 1-1,0-1 0,-2 1 1,0 0-1,-1 0 115,2 1 0,1 1 0,-2 0 0,0 0 0,-3 1 0,-3-1 0,-3 0 0,7-1 0,-4 0 0,-4 1 0,-3 1 0,-1 1 0,0 1 0,0 0 0</inkml:trace>
  <inkml:trace contextRef="#ctx0" brushRef="#br0" timeOffset="64940">11752 10758 22285,'-5'-7'2733,"1"2"-2599,-28-14 1,-8 1-1031,-6 13 966,-7-10 0,-3 5-37,24 19 1,2 6-28,-1 2 0,2 3-9,3 1 0,3 3-1446,4 8 1,3 1 1442,-1 13 9,15-12 0,7 0-176,20 7 173,-2-16 0,4-2 2,6-1 1,3-4 0,3-2 0,2-2 0,-2-1 0,0-2-17,-5-2 0,-2-1 19,12 3 417,-23-3-344,-27 1-5,-26 4-59,2-2 0,-4 1-200,-9 3 1,-4 0 199,-6 2 0,0 0-6,-1 0 1,0-1-15,6-2 1,1 0-54,8-4 0,3 0-518,-14 2 1135,23-6-558,22-12 0,5 4 0,6-6 0</inkml:trace>
  <inkml:trace contextRef="#ctx0" brushRef="#br0" timeOffset="65175">12354 10588 26816,'-51'36'11,"28"-12"0,5 4-28,7 15 1,6 5-1201,0 1 1,3 2 804,4 0 1,3 0-847,0 1 1,1 1-2407,2-1 1,-1-2 3663,-2-6 0,0-3 0,0 10 0,-5-25 0</inkml:trace>
  <inkml:trace contextRef="#ctx0" brushRef="#br0" timeOffset="65642">12089 11258 15867,'8'-58'1221,"0"-1"1,2 1-1,2 8 584,9 16-1626,9-1-117,9 10-62,8 9 0,11 7-6,-26 6 1,0 1-23,1 2 0,0 1-23,29 2 18,-8 2 523,-9-1-474,-11-2 471,-11-2-246,-11 0 1568,-7 0-1467,-5 1 173,-3 2-167,-14 8-231,-6 5-78,-4 4 1,-1 8-40,15-5-17,3 6 34,18-2-6,28-1-6,-4-11-2,-1-8 0,2-2-232,19-5 254,-20-3 0,0-2 104,27-9 426,-7-15-326,-23 7 208,-8-15-79,-19 8-178,-11-9-96,-3 7 30,-13 8 1,-5 2-48,-15 1-166,15 6 1,-2 2 70,-14 5 201,21 7-274,0 7-582,14 15-605,13 7 246,6 3-8789,38 9 9829,-9-20 1,5 3 0,-23-17 0</inkml:trace>
  <inkml:trace contextRef="#ctx0" brushRef="#br0" timeOffset="65965">13174 10868 22453,'0'-5'3361,"0"1"-1547,0 4-1909,-26-51 61,36 49 34,-20-38-17,59 72 17,-17-10 0,1 2-42,0 1 0,0 2 11,0-2 1,-4 2-68,-6 4 0,-6-2 53,-4 1 39,-5 18 85,-31-29-1,-5-4-16,-6-12 100,-9-20-111,24 2 49,-12-22-55,28-7-78,14-4-1,4 20 0,5 2-469,8 5 1,2 3 312,24-6-208,-17 13 1,3 2-1303,4 4 0,1 2 1700,6 1 0,-1 1 0,-12-1 0,-4 2 0,13 3 0</inkml:trace>
  <inkml:trace contextRef="#ctx0" brushRef="#br0" timeOffset="66290">13952 10956 26586,'38'7'201,"-1"1"1,-2-2 0,-2-3 5,15-11-78,-16-3 241,-1-20-202,-19-2-123,1-8 27,-11 8 1,-4-1 50,-7-12-27,0-10 101,-15 16-197,3 25 0,-11-2 0,1 18 0,0 11 0,0 12 0,5 15 0,11-2 0,7 5-480,15 2 1,8 2-2096,1-10 1,3 1-1182,4 15 1,3-1 3755,3-12 0,-1-6 0,-5-5 0,1-2 0</inkml:trace>
  <inkml:trace contextRef="#ctx0" brushRef="#br0" timeOffset="66723">16180 11019 26827,'13'-57'306,"1"0"0,-1-2 1,0 2-251,-4 4 0,0 1-1362,1-8 0,0-1 1326,-3 17 1,-1-1 0,-1 1-1,0-1 1,-1-1 0,-1 2 49,0-16 0,-2 2 417,-4 14 0,-1 4-437,-5-8 338,-4 32-439,-9 32 12,-11 31 30,10-5 1,0 6-483,7-6 1,-1 2 0,2-1 473,-3 15 1,2 4-29,8-14 0,2 6 0,1-1 1,2-6-18,1 6 0,3 2-137,3-1 0,2 10 1,2 0-1,1-7-249,3-9 0,1-5 0,1 3-153,1 2 0,0 3 1,2 0-1,-1-3-1408,2 4 0,0-2 0,0-2 2009,4 13 0,-1-5 0,-8-19 0,-2-5 0,-1 2 0</inkml:trace>
  <inkml:trace contextRef="#ctx0" brushRef="#br0" timeOffset="67365">16131 11422 10139,'-19'-43'1985,"1"1"1,-1 0 0,-5-12-1,-1-1-1422,0 3 1,-1-4 0,0 5 13,-1-1 1,1 7-282,6 13 1,1 5 929,-7-5-1361,14 18 368,16 9-379,28 3-47,-1 1 0,5-1-584,16-3 0,5-1 680,-12 1 0,2-1 0,1-1 71,4-2 0,1 0 0,-1-2-278,0-1 1,-1 0-1,0-2 360,-5-1 0,0-1 0,-2-2 73,14-10 0,-5-4-417,-7-3 0,-5-3 456,-7-1 0,-5-2 75,-7 0 1,-4 1 68,-5 5 1,-4 1 510,-1-16 908,-10 20-1361,-1 15 1111,-1 9-1576,0 13 1241,-1 16-1140,-3 25 27,4-14 1,0 3-435,0 7 1,2 1 388,-1 4 1,2 1 14,-1 1 0,0 0-20,-1 0 0,-2-1 0,0-3 1,-1-2 7,0-5 1,-1-3 19,-3 17 6,4-24 201,4-19-50,10-21-78,8-13 50,12-18 17,10-6-84,2 1-29,-2 12 826,-13 15-903,-3 10 44,-9 13-11,7 7-6,3 8-16,5 3-6,6-1 45,3-6-17,8-8 39,3-9 45,4-11 50,-3-12 85,-6-12 21,-9-7 102,-11 0 106,-10 7-413,-8 13-35,-4 12 0,-2 8 0,-1 6 0,-5 8 0,-3 11 0,-2 14 0,1 13-237,9 10-847,6-24 1,4 0 1083,7 5 0,2-2 0,3 6 0,5-5 0</inkml:trace>
  <inkml:trace contextRef="#ctx0" brushRef="#br0" timeOffset="80324">19727 10536 19944,'0'-4'5292,"0"0"-5101,0 4 5,-82-56-95,47 41-49,-2-4 0,-8-4 1,7 10-81,4 19-28,-7 9 5,28 19 63,12-6-18,9 10 12,27 6-6,-7-16 2,11 3 1,5 0-320,-13-12 1,1-2 321,14 8 1,-1 0-9,-15-10 1,-2 0-18,1 1 0,-3-1-2,3 8 67,-8-2-6,-16-5 6,-15-8 61,-40 1-59,10-6 1,-2 0-34,2 1 0,-2-1 131,-15-1 1,1-2-135,15-3 1,2 0-68,-23-1-168,10-5-3366,47-4-685,23 3 4275,30-6 0,-17 10 0,8 0 0</inkml:trace>
  <inkml:trace contextRef="#ctx0" brushRef="#br0" timeOffset="80658">20435 10649 17193,'2'-3'7455,"0"1"-6015,-2 2-1328,-72-12-78,42 15-23,-18-3 0,1 7-22,18 35 11,6-7-26,17-3 1,7 0 14,17 4-6,18 14 1,13-18-194,6-10 311,-3-9 196,-10-11 95,-15-13-78,-10-13-79,-10-14-34,-10-25-94,-5 6-74,-4 1 23,-4 13-44,7 23-68,-8-5-348,10 17-822,-2 0-1298,7 15 2524,10 11 0,-6-6 0,6 4 0</inkml:trace>
  <inkml:trace contextRef="#ctx0" brushRef="#br0" timeOffset="81365">20613 10994 26721,'32'-24'199,"-1"-1"1,1 0 0,-3 3-133,1-4 87,-5 1 0,-1-3 42,9-24-1081,-9 10 0,-1-4 929,-6-2 1,-3-2-3,-1-7 0,-1-3-16,-6 19 0,0-2 1,-1 1 20,0-19 1,-1 0 36,-4 2 0,-3 4-56,2 21 0,-3 2 51,-8-20 512,4 42-632,-1 3 285,-1 17-250,-7 15-3061,-4 25 3059,9-13 0,3 5-4,0 8 1,4 6-583,3-5 1,3 5 0,1-4 531,1 5 1,1 1-269,2-5 1,2 3-1,2-5 36,2-3 0,3-3-34,4 7 1,1-1 173,-4-14 0,2-4-185,8-1 0,2-6 227,6-7 208,13-8 2050,-18-31-1961,-3-18 67,-3-14 106,-1-4 146,-3 4-218,-5 17 3302,-6 9-3465,-6 19 1033,-2 1-1548,0 7 190,0 9 208,3 1-3443,29 37 3437,-11-24-3,8 3 0,4-2-37,11-6 40,13 0 62,-8-10 33,-9-11 17,-7-11 67,-9-11 0,-8-15-16,-7-7 145,-10-14-219,-1 20 57,-6-5-101,2 28-73,0 3 3041,3 8-3634,3 5-103,9 11-828,11 13-1932,13 18 3484,-12-10 0,0 0 0,4 4 0,-4 1 0</inkml:trace>
  <inkml:trace contextRef="#ctx0" brushRef="#br0" timeOffset="81649">22134 10989 25007,'12'-41'499,"0"-1"1,0 1-1,-1 0 1,0-1 0,-3 2-414,-3-10 1,-1-2-1922,-1 3 1,0-3 0,1 3 1862,-1-5 0,1 1 9,-1 3 0,0-2 1,0 8 222,-1-13-84,-1 17 1,-1 3 942,-4 9-1107,-2-1-52,-2 25 46,-6 14-12,-6 17-5,-9 27 754,13-15 0,2 5-763,1 9 0,3 2-14,1 5 1,5 4-654,8-5 1,6 4-1,0-5 544,-2-2 1,4-3-92,0-6 1,4 0-1,1-4-335,3-7 1,2-3-572,0 0 0,1-1-2464,3 6 0,1-2 3604,-5-9 0,-3-3 0,4 4 0,-12-17 0</inkml:trace>
  <inkml:trace contextRef="#ctx0" brushRef="#br0" timeOffset="81989">22215 10899 20319,'-8'-9'2397,"-24"-26"0,-5-5-1556,10 9-603,-11-10 0,4 2-70,20 17-236,12 7-60,24 2-40,27 4 64,-10 4 0,5 1-314,8 0 1,4 1 353,-11 0 1,2 0 0,-4 1 49,4-1 0,-3 1 11,9-3 1,-5 0 13,-15-2 106,13-8 124,-27 3 325,0-8-348,-14 8 314,-8-3 6,-2 7 543,-3 0-795,2 3-225,2 3-100,2 3-62,-1 7 96,0 14-18,0 16-50,4 18-134,6-13 0,3 0-231,-4-12 1,1 1-297,6 13 1,0-1-2684,1 6-812,-2-2 3423,-6-11 0,-5-26 1,0-1-1</inkml:trace>
  <inkml:trace contextRef="#ctx0" brushRef="#br0" timeOffset="82165">23075 10361 21635,'-1'-10'3887,"-1"3"-3657,2 7-258,0 0-62,-59-54-38,42 46-63,-16-15 0,6 9-850,33 46-3131,8-1 1,3 2-1140,10 16 5311,-3-15 0,-1-3 0,-8-11 0,-1-1 0</inkml:trace>
  <inkml:trace contextRef="#ctx0" brushRef="#br0" timeOffset="82533">23363 10645 27482,'-33'-20'-145,"7"16"111,13 32 1,5 10-1,-1 13 0,9-17 1,4 0-57,12 19 31,4-17 1,2-1 46,12 9 29,-3-22 0,1-6 17,-6-10 44,22-15 51,-18-15 5,4-20-50,-16 7 0,-4-3-420,-3 3 1,-3-2 424,0-7 1,-4 1-81,-5 10 1,-5 3 158,-12-23-62,-16 13-55,-13 12-62,-7 12-51,0 10 6,14 10-179,1 12-885,19 20-510,9 6-1299,24 17-269,11-17 3198,18 1 0,-23-27 0,0 0 0</inkml:trace>
  <inkml:trace contextRef="#ctx0" brushRef="#br0" timeOffset="82866">23933 10646 22811,'0'-5'3848,"0"1"-3680,0 4-140,6 21 6,5 17-26,-1-7 1,0 2-477,3 4 0,-1 0 468,8 20 3,-9-24 0,-2-3 14,-2-6 529,0 6-154,-6-27-123,0-14-163,1-4 174,6-41-106,5 7-212,-1 12 0,3 0 94,10-10-28,1 21 0,2 3-28,4 4-205,7 4 0,4 6 205,14 16 0,-16 1 0,1 3 0,-8 6 0,-3 3-65,-2 2 0,-4 2-699,-6 5 0,-4 1-827,2 11-8240,-19 13 8000,-2-34 0,-4 0 0,5-16 1</inkml:trace>
  <inkml:trace contextRef="#ctx0" brushRef="#br0" timeOffset="83440">26455 10589 25029,'22'-46'655,"1"0"1,-4 5-1,-12 10-599,-31 22-50,-24 15-6,14 2 0,-1 3-149,4 0 1,0 4 139,-16 16 1,3 6-404,19-8 0,3 2 409,-10 14 0,7 3-3,15-9 1,8 0-169,7-1 0,7-2 180,8-1 0,5-4-12,7-1 0,5-5 3,4-4 1,2-4 72,7-6 0,-2-5-28,-15-3 0,-3-5 53,6-9 0,-5-7 107,-5-28-1514,-12-1 0,-4-4 1351,-3 15 1,-3-1 35,-4-21 1,-6 1-113,-2 20 0,-4 2 115,-4-5 1,-4 2-43,-2 5 1,-2 5-12,-1 6 0,-2 3 524,-25-3-661,-5 19 39,21 10-83,-8 22-908,27 11-1294,8 22 2358,19-21 0,4-1 0,-1 6 0,14-1 0</inkml:trace>
  <inkml:trace contextRef="#ctx0" brushRef="#br0" timeOffset="83808">27455 10480 24150,'11'-48'1206,"-1"0"0,1 7 0,-6 10-1116,-12 19-74,-26 40-10,4-4-724,-9 24 1,1 5 717,18-23 0,2 2-420,-4 10 1,-2 7-1,5 0 411,4 11 1,5 1-530,1-6 0,2 3 0,1 1 519,3-13 1,1 2 0,1 0 0,1 2-143,0 10 0,1 5 0,1-2 0,-1-3-34,1-2 1,0-4 0,-1 3-316,-2-2 0,1 4 1,-3-2-1,-2-5-1307,-8 9 1,-5-5 1321,3-14 1,-3 1-1,-3-5 768,-11 5 0,-4-9 149,3-12 1,-2-13 344,1-20 1,3-12-183,10-5 1,5-6-817,-1-5 1,6-4 703,12-12 1,9-2-163,6 4 0,7-2-222,-2 14 1,5-4-1,2 1 1,0 2-68,9-8 0,2 3 1,3 0-26,-4 7 0,2 0 0,1 2 1,-2 4-23,-2 5 1,-2 3 0,2 2-129,6-2 0,2 2 0,-1 4-646,7 0 1,-2 3 52,1-1 1,0 2 745,10-1 0,-7 2 0,-15 5 0,14-5 0</inkml:trace>
  <inkml:trace contextRef="#ctx0" brushRef="#br0" timeOffset="88336">29593 10891 26402,'29'6'120,"-23"22"0,-11 11-112,-9 6 1,-5 2-402,-1 9 1,-1 3 134,5-12 1,0 1-1,2-2-1632,1 3 1,2 1 1889,0-1 0,0 3 0,2-6 0,2-12 0,3-4 0,-2 25 0</inkml:trace>
  <inkml:trace contextRef="#ctx0" brushRef="#br0" timeOffset="88637">29403 11523 18235,'-3'-55'846,"1"1"1,-1-1 0,1 1 0,0-8 0,-1 3-1,2-1-568,-1-1 0,1 0 1,1 2-1068,1 11 1,-1 2 0,2 2 894,-1-8 1,2 0 40,2 4 1,3-3 0,0 7-112,0 9 1,2 1-11,5-9 0,5-5 0,2 8 84,2 13 1,3 3-131,12-8 1,4 4-12,-2 15 0,-1 6 28,-7 3 1,0 6-32,15 10 1,-2 9 19,-17 0 0,-3 5-23,11 11 0,-4 5-11,-14-1 1,-7 1 44,-2-8 0,-5 0 11,-9 6 1,-9-1 22,-15-4 0,-6-3-1,-6 1 1,-3-2-31,-1-3 0,-5-4 19,8-10 0,-3-3 0,4-2-48,2-2 1,2-1-168,-13 3 0,3-5-583,5-10-4693,26-11 5472,19-8 0,1 8 0,3 4 0</inkml:trace>
  <inkml:trace contextRef="#ctx0" brushRef="#br0" timeOffset="89736">30322 10472 15518,'-5'-6'6862,"1"1"-5484,4 5 683,0 0-1943,-11-12-113,11 9-16,-1-4 17,21 20-40,10 15 12,6 17-129,-17-17 0,-2 1 142,-1 5 1,-2-1 8,3 19-17,-9-16 0,-4-1 17,-9 4 56,-7 10-28,-7-27 179,-15-12-16,12-14 217,-4-3-172,11-28-192,13 0-27,12-20-56,15 6-529,18 4 366,-17 27 1,2 2-239,2 1 0,1 4-243,19-4-303,-19 9 1,2 2-1785,0 2 0,0 1-4226,30 4 2695,-3 5 4301,-32 2 4111,-15-2 2308,-9-2-1071,-11-4-4305,2 0 796,-7 0-904,1 0-229,-4 1-213,-1 1-336,3-1-6,2 0-129,7-1 46,3-1 49,10 1 12,11 1-73,2 0 84,24-1-11,-14-8-51,8 0 90,-12-13-5,-8-13-40,-3-2 28,-6-9-39,-13 12-28,-10 7-34,-10 5-33,1 8 28,-15 4-39,12 5-12,-8 6 6,12 8 11,5 13-11,6-1-28,6 32-67,14-11-184,-1-11 1,3 0 48,4-7 1,3-1-88,2-2 1,1-1-524,25 14-180,-1-11 208,-2-13 543,-4-13 381,-6-14 180,-6-12 144,-8-11 130,-5-6-213,-4 9 767,0-12-448,-6 19-128,2-9-136,-5 17-133,0 6 132,-2 8-431,0 2-60,1 6 62,4 9-1,6 10-27,6 13 0,10 15 16,-8-16-16,8 9 50,-10-21 0,-3-5 11,1-5-11,-9-10 39,12-14 6,-2-6-40,11-16 63,-1-5 27,4-5-45,3-2-26,0 6-24,-5 7 0,-6 11-63,-9 9-88,-7 8-140,-4 11-594,-1 9-1966,-1 13 2851,0 11 0,-1-17 0,0-1 0</inkml:trace>
  <inkml:trace contextRef="#ctx0" brushRef="#br0" timeOffset="90353">32101 10498 23937,'10'-12'3736,"-3"2"-3456,-7 10 185,0 0-549,-7-10 89,-4 24 1,-4-8-20,1 20 0,2 7-76,-1 2-157,1 0 1,1 1-1025,0 11-1878,1 10 3149,5-6 0,2-24 0,2-8 0</inkml:trace>
  <inkml:trace contextRef="#ctx0" brushRef="#br0" timeOffset="90543">32122 10204 23483,'-12'-44'1030,"0"-1"1,-1 2 0,2 10-964,7 23-263,-2 0-44,5 9-1015,5 9 319,1 2-4480,15 24 5416,-2-3 0,-2-5 0,-6-8 0</inkml:trace>
  <inkml:trace contextRef="#ctx0" brushRef="#br0" timeOffset="90928">32494 10443 26805,'-37'30'-13,"-1"0"0,3-2 0,11 0-105,28 15 17,9-3 62,2-11-28,16 4 67,-10-20 61,8 3 91,-8-16-57,-7-5 286,4-18-174,-11-6-101,2-7 191,-7-25-202,-1 27 62,-2-28-28,-7 23-90,-1 3-50,-3 8-124,4 16-307,3 7 11,3 5-1053,0 9-8347,5 17 9735,3 0 1,-1 1 0,0-16 0</inkml:trace>
  <inkml:trace contextRef="#ctx0" brushRef="#br0" timeOffset="91261">32817 10537 27992,'-8'-36'-42,"-1"0"0,-5-18 3,10 67 28,0 12-6,0 16 0,4 10-11,6 8-11,5 1-51,5-4 51,-2-13-95,2 7 27,-11-21 12,-3 9-67,-16-16-197,-13-8 113,-2-6-829,-27-14-136,18-11-923,-11-18-2782,36 4 1,6-4 4566,2-20 1,6 4 0,5 30 0</inkml:trace>
  <inkml:trace contextRef="#ctx0" brushRef="#br0" timeOffset="91412">32737 10484 10842,'5'-3'9505,"-2"0"-4050,-3 3-5415,23-20-12,-23 24-17,18-15-50,-35 48-494,8 0-2172,-3 24-4139,9-16 6844,2 3 0,1-29 0,0-2 0</inkml:trace>
  <inkml:trace contextRef="#ctx0" brushRef="#br0" timeOffset="92045">32886 10889 21965,'3'-4'4123,"-1"0"-3434,-2 4-258,58-75-2618,-26 26 2252,-6 12 1,5-5-1,-5 1 24,-2-2 1,-3 1-17,4-8 0,-1-1-28,0-5 0,-1-2 11,-1 0 0,-3 0-151,-3 3 0,-3 2 179,-4 9 0,-3 2 612,-5-19-678,-10 26-18,-5 18 0,-5 14 1130,-7 14-1186,-5 15 28,-5 23 243,18-14 1,2 3-242,1 10 1,2 4-479,3 6 0,3 1 372,2 4 1,3 1-725,4-3 0,4 0 559,2-6 0,3-2-101,4-8 1,2-2-309,1-8 0,2-3 12,19 14 682,-4-21-11,-3-15 315,5-26-141,-12-1 816,3-14-389,1-14-63,-4 9 1440,7-11-1507,-15 24 441,-8 12-822,-7 7 115,-5 8-149,-1 4-16,-5 8 0,4 5-11,3 2-12,13 1 0,11-3-50,12-5 40,7-7 16,-7-5 39,9-8 157,-22 0 229,3-3-201,-16 2 181,-6 3-405,-2 2 0,-5 5 0,-5 7 0,-14 15 0,-11 15 0,12-13 0,-1 3-343,-3 5 0,1 2 99,-2 6 0,1 2-2486,0 3 1,1 1 2729,3-5 0,2-3 0,-6 13 0,13-26 0</inkml:trace>
  <inkml:trace contextRef="#ctx0" brushRef="#br0" timeOffset="93987">2274 12565 24447,'-47'-6'266,"-1"1"1,5-1 0,6 6-138,11 13-83,8-3-35,-4 6-28,16 5 6,12 7 0,19 12-12,18 3-510,-16-20 1,2-1 515,20 14-1537,-11-10 0,-2-1 1543,-1 2 5,-5-2 0,-2 3 40,-9 18 16,-12 1 35,-26 4 5,-28-14-185,16-20 0,-3-2 106,-3-1 1,-1-2 2,0-2 0,0-1 671,-21 2-708,-4-5-1069,17-14-297,11 0 1279,11-20 1,21 18 0,4-6 0</inkml:trace>
  <inkml:trace contextRef="#ctx0" brushRef="#br0" timeOffset="94353">3033 12670 23483,'0'-4'2907,"0"1"-2274,0 3-442,-72 3-697,41 8 542,-25 10 1,0 8-265,33-2 1,4 4 221,-8 14 1,2 2-4,10-15 1,4 0-73,5 11 0,5-1-82,17 5 156,-1-17 0,6-3-66,36-5 73,-22-18 0,0-5 25,-2-3 1,0-4 24,-2-3 1,-3-3 117,14-23 78,-13-7-5,-13-8-62,-10-4-95,-8 11 17,-3 11 0,-3 0-1,-7-8-77,-3-7-6,-4 18 95,10 21-756,-4 0 394,10 13-2897,2 14 3147,5 17 0,-1-13 0,3 5 0</inkml:trace>
  <inkml:trace contextRef="#ctx0" brushRef="#br0" timeOffset="94961">3563 13176 26147,'4'-46'256,"0"-1"0,1 1 1,0-11-1,-1 1-150,-1-6 1,-1 3-598,-1 23 0,-1-1 522,1-20 1,0-9 0,-2 3 22,-2 16 0,0 2 1,0-1-427,0 0 0,1-1 0,-1 2 425,-3-9 1,-2 7 701,-9 3-755,3 23 136,-5 5-136,4 34-12,0 29-11,7 7 1,3 4-368,0-13 1,2 2 368,2 4 1,3 4 0,2-2-87,4 5 1,2 0-72,0-10 1,2 1 0,1 0-674,3-4 1,2 0 0,1-4 469,3 7 0,5-3-964,2-13 1,4-2 0,-1-4-1392,-1-7 0,1-3-437,12 5 0,-1-7 585,7-21 5131,-15-21 2661,-10-23-2897,-16 17 1,-3 0-1147,3-26-94,-6 21 1,-1-1 38,0 4 0,-1 1 995,2-26-1384,-2 11-526,-3 34 2973,-1 11-3349,1 18 485,0 12-288,7 22-18,5 13-17,-3-28 1,2 0 185,2-1 1,2-1-220,16 23-28,2-13 56,-1-13 44,-5-13 12,-5-16 51,-1-16 33,2-17 5,0-14-27,-2-9-17,-4-3-62,-4 13 0,3-4-184,0 16-259,3 7-369,6 11-1607,2 20-5613,6 12 8021,-3 4 0,-9-3 0,-9-6 0</inkml:trace>
  <inkml:trace contextRef="#ctx0" brushRef="#br0" timeOffset="95585">4664 12962 26839,'25'-41'7,"0"0"1,-2 0 0,-3 5 25,-1-6 34,-5 1-4851,-6 6 4907,-4 13 1376,-6 12-1499,-4 9 883,-9 11-866,-8 8 5,-6 11-27,1 8 16,1 14 6,11-15-17,4 16 0,14-17-107,10 7-189,12-1-438,16-5-711,10-5-499,9-10 1058,-10-10 146,-11-11 1,1-6 672,13-14 159,-14 3 0,-1-4 171,-8-3 1,-2-2 153,-2-1 1,0-1 38,-3 0 1,-2 0 399,14-22 2833,-11 16-2613,-4 4-528,-12 21-200,-1-1-164,-5 10-128,-9 12 227,0-1-255,-7 8 12,3-9 38,4-2-33,4-5 72,2-2-1993,2-1 397,5 4-268,-3 1-157,4 4-2191,-10 3 1384,1-4 2711,-4 0 0,5-5 0,0-2 0</inkml:trace>
  <inkml:trace contextRef="#ctx0" brushRef="#br0" timeOffset="96119">5763 12779 17479,'0'-6'5321,"0"1"-1467,0 5-3614,-47-35-100,23 25-2201,-13-9 0,-1 4 2078,8 17-705,-6 8 0,-1 4 688,-4 7-125,-3 2 1,-2 4 132,12-5 1,1 2-12,-8 4 1,1 2-1,7-3 0,2 0 14,-11 16-11,24-12 17,26-12 11,25-10-17,30-12 821,-21-4 0,5-4-836,-4-2 1,1-2-1,-2-1 7,4-1 0,-1-2-1,13-8 1,-4-3 11,-26 9 0,-4-1 14,6-6 0,-2-4-9,-3-1 1,-3-3 50,4-17 0,-3-2-3,-3 3 1,-2-2 691,-5 11 1,-1-3-1,-2 3-678,-1-1 1,-2 1 108,-2-5 1,-3 3 39,-7-12 255,-4-1-485,-1 29 0,0 15 0,5 17 662,-2 19-662,-5 26 0,0 4 0,-2 7 0,5-19 0,1 1 0,-1 3-787,-2 12 1,0 3 0,0-3 786,1 6 0,1 0-365,3-10 1,0 4 0,2-2 194,3-2 1,0-1 0,1-3-1,-2 4 1,0-2 0,3-4-1,0 0 1</inkml:trace>
  <inkml:trace contextRef="#ctx0" brushRef="#br0" timeOffset="96760">7648 13525 16786,'11'-52'573,"0"-1"1,0 1-1,-1 5 1,0 1 0,0 1 466,3-17 1,0 5-901,-5 20 0,-2 4 1866,1-7-1950,-9 32 807,-3 18-863,-3 14 2,-3 22 1,-1 5-3,4-19 0,1 3-7,-5 21 1,-2 9 0,2-6-11,4-15 0,1 0-59,0 2 1,-1 7-1,0 1 1,2-5 37,0 8 0,0-1-84,1-6 1,0 3 0,0-5 90,1-5 0,0-4 39,-2 0 1,-1-6 8,-1-9 39,-14-8-56,9-44 8,3-1 1,2-4-1,2 0 0,2-3 169,0-24 0,1-6-161,2 23 1,1-1 0,1-4-5,2-7 1,2-6 0,1-1 0,0 4-8,-1 2 1,1 3-1,2-5 10,2 6 1,2-6 0,1-1 0,0 3 0,-1 9-5,4-9 0,0 3 0,3-6 0,2-6 1,-1 9 97,-2 13 1,1 5-124,10-7 0,0 4-9,9-3 3,-6 29 1,0 9 19,3 26 3,-9 1 0,-2 6-6,-8 10 0,-4 4-292,-1-5 1,-5 3 282,-5 14 1,-9 3 18,-5-16 1,-6 0 0,-1-1-10,0 1 0,-2-1 0,-2-1-10,-7 5 1,-3-2 0,-1-4 0,-9 2 0,0-7-110,3-7 1,3-4-389,-16 2-9322,13-27 9504,30-12 1,1 0-1,10 3 1</inkml:trace>
  <inkml:trace contextRef="#ctx0" brushRef="#br0" timeOffset="97411">8435 12735 21763,'3'-5'4454,"-1"1"-3043,-2 4-1495,14 22 84,1 14-9,0-5 1,1 3 2,-2 4 1,-2 1-26,0 10 0,-3-1-512,-4-14 1,-2-3 545,-2 4 0,-5-3 307,-26 8-231,0-15 55,-11 1 28,13-21-44,10-14-68,9-11 798,11-13-865,18-10-11,0 18 0,3-1-376,8-2 0,4 1 351,7-1 0,1 1 22,-7 6 0,1 0-31,9-2 1,2 0-23,1 2 0,0 1-1518,0-1 0,0 1 1599,-3 2 0,-3 0-96,-7 2 0,-6 2 177,-3-1 62,2-4-44,-23 13 648,-7 1-593,-5 4 3208,-6 1-3292,-10 8 326,-9 10-371,-8 14-10,1 12-12,8 10-12,13 5-27,15 1-6,19-8 29,3-15-1,8-17 0,3-5-336,14 0 353,12 0-11,-9-17 78,-22-8 22,5-11-44,-16 0 90,-5-14-78,-8-14-57,-6-3 0,-1 20 0,-2 1 0,-14-16 0,-6 7 0,-3 6 0,1 12 0,8 10-489,5 8-278,10 5-9064,1 19 9793,10-3 1,-2 5-1,3-11 1</inkml:trace>
  <inkml:trace contextRef="#ctx0" brushRef="#br0" timeOffset="97879">9840 12488 25163,'-2'-10'2963,"0"1"-2714,-4-22 1,-2-3-204,2 17-46,-3-21 0,0 10 0,5 35 0,-1 18 0,0 24 0,2-13 0,0 5-516,0 19 0,-1 4 516,-1-4 0,0 0 0,0-2 0,-1 0 0,-4-1 0,-2-4 0,2-15 0,-1-1-1525,-1 4 0,0-1 1525,-6 14 0,8-26 0,6-17 0,3-18 0,1-14 0,4-22 0,6-19 0,-1 23 0,3-1 141,2-1 1,3 1-142,2 0 0,2 3 0,2 3 0,3 3 0,-1 4 0,3 3 1595,1 5 0,0 3-1595,31-3 0,-3 22 0,-7 19 0,-11 18-276,-12 12 276,-12 7 0,-22 2 0,-5-30 0,-6-2-352,-8 1 1,-6-3 351,-7-2 0,-2-2 0,-5-5 0,-2-3-68,-1-4 0,1-3-375,3-5 1,2-3-1401,7-4 1,4-2 1842,-8-8 0,23 2 0,13 4 0</inkml:trace>
  <inkml:trace contextRef="#ctx0" brushRef="#br0" timeOffset="98244">10450 13104 28261,'-5'-52'136,"1"1"1,0-5 0,3 4-137,9-9-788,-3 17 1,2-4 787,1-4 0,1-2-373,-2-5 0,0 0 373,-1 1 0,-1 2 0,-2 13 0,-1 1 81,-3-3 0,-2 5-81,-2 6 0,-4-3 0,3 34 0,0 17 0,-3 21 0,5 8 0,1 6 0,1 5 0,1 2-324,1 4 1,2 2 323,1-14 0,2 1 0,-1-1 0,2 14 0,0 1-5,-1-12 1,0 2 0,0 0-211,-2-6 1,0 1-1,0-2-651,1 2 0,0-1 0,0-4 199,-1-1 0,2-3-1753,4 2 1,3-8 2567,8-17 0,-4-4 0,-5-11 0</inkml:trace>
  <inkml:trace contextRef="#ctx0" brushRef="#br0" timeOffset="98585">10819 13245 21299,'25'-41'1284,"-1"0"0,1 0 0,5-8 0,-8 8-158,-14 8-953,-12 26-27,-6 0-94,-1 8-52,0 4-7,2 4-16,5 5 29,11 4-6,13 0-28,18-4 6,13-7 27,9-11 12,-2-10 8,-28-3 0,-4-3 9,7-9 33,-7-24 23,-21 12 27,-8-10 74,-17-3-46,-8 17-83,-2 8-27,-8 19-35,4 15 0,-12 12-1696,18 6 0,2 4 1696,-9 15 0,13-3 0,4 4-245,10-9 0,2 0 74,0 10 1,4 1-304,5-1 1,6 0-633,3-3 0,7-2-2028,5-3 1,5-5 3133,-2-5 0,0-4 0,11 3 0,-16-15 0</inkml:trace>
  <inkml:trace contextRef="#ctx0" brushRef="#br0" timeOffset="99393">11469 13194 22554,'20'-59'1712,"-1"-1"0,-2 5 0,-3 9-1388,-9 16 113,-3 9-437,-2 19-73,0 3 40,0 11 55,0 26-11,0-6 9,-2 6 0,1 0-20,-1-3-3,0-2 0,0 0 9,-1 18-6,1-13 33,0-3 1,3-28 33,3-15-5,5-10-5,12-29-57,3-5-766,-8 18 1,-1 0 765,8-12 0,5-1 0,1 13 0,1 6 0,-1 9 0,7 20 0,-10 12 0,5 4 0,-4 16 0,-9 9 1531,-4-6-1531,-7 24 0,-14-25 0,2 1 0,-4-15 0,7-16 0,0-3 0,7-14 0,0 3 0,10-19-3392,5 0 3392,-3 4 0,15-10 0,-11 19-2269,10-1 2269,-10 10-1276,11 11 1276,-14 2 1636,21 19-1636,-18-3 0,4 5 0,-8-1 0,-3-5 2446,2-3-2446,3-4 2855,-3-10-2855,15-9 0,-6-8 0,14-11 0,-14 0 0,8-28 0,-17 21-338,-1-7 0,-1-1 338,-3 5 0,2-28 0,-10 36 0,-2-4 0,-3 17 0,-2 4 0,0 6 676,1 0-676,1 2 0,1 3 0,1 2 0,-1 26 0,7 7-3392,7 24 3392,4-14 0,4-10 0,2-1-316,13 15 316,-11-16 0,0 1 0,3 15 0,-20-5-1328,-33-4 1328,-7-23 0,-3-2 0,-6 4 0,-11-7 0</inkml:trace>
  <inkml:trace contextRef="#ctx0" brushRef="#br0" timeOffset="102218">14483 12922 21920,'13'-47'1214,"0"0"0,-1 1 0,-8 9-951,-23 15-196,-16 8-50,-26 23 2,22 4 1,-2 5-1105,-5 8 0,0 4 1090,-2 6 1,2 4-14,1 1 0,4 2-53,5-2 0,5 1 38,7-6 1,7 0 8,12-2 0,5-3 20,10 5 22,38-7 17,9-29-6,-16-7 0,1-3-190,-7 1 1,0-3 349,18-15 0,-2-4 453,-20 8 0,-1-2-448,11-10 1,-3-2-54,-15 6 0,-4 2-44,6-16 829,-10-2-707,-10 29-206,-2-2 10,-6 18-44,-5 12 450,-8 12-467,-9 18-84,-3 13-17,14-23 1,2 1 92,2 1 0,3-1-966,-2 30-768,17-4-476,6-27 0,5-4 666,12 6 602,1-17 1,2-8 731,5-12 1024,5-12 1,3-6-91,-15 1 0,0-2 208,14-11 0,-1-3-444,-12 4 0,-4-1 180,-3 0 1,-3 1-160,-4 2 1,-3 2 610,6-17-412,-11 18-387,-8 16-190,-8 14 378,-6 16-479,-11 15 6,-8 16-11,0 7 703,7-10-690,10-15 1,1 0 3,-1 5 16,-2 9 6,9-23 84,7-12 39,12-17-27,14-12-12,18-15-62,-15 12 0,2 0-327,3-3 0,1 1 347,1 0 0,0 0-14,-2 3 0,-1 2-79,-3 2 0,-1 4 28,18-6 18,-8 12-40,-9 14-56,-5 12-39,-5 16-78,-6 9-130,-2 6-346,-1 1-577,3-2-707,8-3-1097,13-9-1125,15-11 2486,-18-17 0,1-4 1496,3-5 1,2-3 1015,9-7 1,-1-3-463,-15 3 1,-1-1 1016,12-8 0,-2-2 1201,9-11-1627,-20 12 0,1-2-255,-3 1 0,-1-1 482,18-20-117,-11 5-192,-14 7-195,-16 8-589,-9 11 74,-40 7-107,11 9-20,-6 5 0,-4 3-196,8 3 1,-1 3 178,-17 10 1,-1 3-31,13-4 0,3 0 13,2-1 1,6 0-36,-1 19-6,26-14 552,15 2-552,26-11 22,-6-16 0,5-3 11,8-6 1,2-3-540,6-4 1,1-3 549,0-6 1,-1-2 8,-12 5 0,-1-5 51,-5-7 0,0-5 1,-5 2 7,9-19-32,-16 15 0,2-7 0,-5 2 29,-4-2 0,-3 0-3,4-14 0,1-1 31,-1 2 0,0 2-44,-2 6 0,0 4 82,-2 9 0,-2 4-136,1-1 0,-5 17 0,-4 21 0,0 4 0,-2 46 0,-1-14 0,-2 5-1129,-1 11 1,-1 2 1128,-1-4 0,-1 0-46,1-16 1,-1 2 0,-1-2-1241,-2 14 1,-1 1 1285,3-4 0,0 3 0,1-6 0,-1-4 0,2-5 0,3-1 0,0-1 0</inkml:trace>
  <inkml:trace contextRef="#ctx0" brushRef="#br0" timeOffset="103685">18679 13019 23954,'19'-52'429,"1"1"0,-1-1 0,-2 7 0,-1 1 0,-2 9-110,6-5 612,-11 22-886,-7 17 253,-8 15-276,-8 19-22,-12 18-3,10-18 0,-1 2-238,0 2 1,-1 0 237,-1 0 1,1 0-26,2-2 0,0-1 174,2-4 1,1-2-186,-7 14 39,10-17 28,6-15-12,5-10 7,12-29-6,7-14-17,-3 5 0,2-4-286,3-6 0,2-2 291,-6 12 1,0-2 0,2 1-6,1-2 0,1-1 0,0 1 22,1 1 1,0 0-1,-1 3-11,5-7 1,0 3 10,10-7 1,0 5-15,-13 19 0,0 4-208,14-8 1,1 5 205,9 11-18,-5 14-158,-9 26 154,-14 16-4,-9-12 0,-4 3 23,-6 6 0,-5 2-263,-8 3 1,-7 0 265,-9 3 0,-8-1-98,7-16 0,-3-1 0,-1-1 95,-2-2 1,-1 0 0,-1-3 7,-2-1 0,-1-1 1,3-3 10,1 0 0,2-3 37,0-3 0,7-5 189,15-10-241,4-9 508,17-6-515,14-6 0,19 0 0,17 5 350,-24 10 0,2 3-434,1 2 0,1 2-45,-1 3 0,0 3-1581,6 5 0,-3 1 1268,14 8-275,-17-6 0,-1 0-1808,17 1 934,-21-7 0,1-2-1064,28 2 2611,-3-17 878,-24 1 1306,0-20-174,-19-1-303,2-14-341,-2-2 224,-4 5-370,-4 12-958,-4 14 3247,-12 13-3375,-12 16-40,-18 13-27,-7 14-26,22-13 0,2-1-14,-4 11 360,13 9-360,22-26 6,12 1 22,27-11-11,2-16 17,2-3 16,-17-10 96,0-19 5,-9-3-67,-9 10 1,-2-3 25,-6-2 0,-2 2-93,2-11 0,-6-6 0,-8 30 0,-3 1 0,-13 11 0,-8 16 0,-3 4 0,-16 24 0,5 5 0,16-13 0,1 4 0,-1 6 0,4 3 0,6-8 0,4 1-580,2 3 0,5-1 580,10 5-73,22 0-403,14-19-31,-3-11 0,4-4 179,-2-5 1,1-4-76,11-3 1,-2-3 360,-15-1 0,-2-2 50,7-5 1,-2-3 52,-10 2 1,-2-1 50,5-4 0,0-4 98,0-4 0,-2-2-51,-6 5 1,-2 0 8,17-23 11,-16 17 454,-6 4-95,-8 13 598,-1-2-1136,-10 18 60,-10 14-60,-1 3 0,-17 27 0,9-12 0,3 2 0,1 5 0,10-9 0,2 1 26,-1 5 1,4 0-27,11 15 0,24-15 0,28-17 0,-27-12 0,2-2-371,0-2 0,0-4 371,0-6 0,-1-4 0,16-14-53,-20 6 0,0-3 53,2-10 0,-2-3 0,-5 4 0,-1-3 0,5-14 0,-3 2-461,0-8 461,-4-1 0,-19 24 0,-2 12 695,-3-1-695,1 14-312,-1 6-589,2 10 1192,3 1-2157,7 13-3600,6 1 5466,4 2 0,-6-10 0,-6-8 0</inkml:trace>
  <inkml:trace contextRef="#ctx0" brushRef="#br0" timeOffset="104145">21222 12914 26250,'18'-50'685,"0"-1"0,0 6 1,-8 11-479,-15 24-129,-5 7-22,-8 8-32,-6 10-24,-3 15 0,3 16 0,8 13-261,12-24 0,4-1 261,5 22-18,9-15 1,6-2-33,16 12 19,-7-15 0,0-1-47,12 5-26,-16-14 1,-4-1-110,-6 4 50,-1 5-402,-39-14 363,3-13-285,-41-7 263,22-15 101,-7-5-68,25-7 1,5-6 45,4-23 58,7 12 1,4-1 108,8 7 1,5 2 19,2 3 0,2 2 171,15-20 117,-3 15-128,-9 14 364,-4 7-348,-9 10 6,-1 1-151,-12 14 162,-14 18-196,-1 0-25,2-3 0,-2 3-59,-1 2 1,1 1-430,0 2 1,0 1 285,0-1 1,3 0-738,8 0 1,4 0 924,5 21 0,0-15 0,7-8 0</inkml:trace>
  <inkml:trace contextRef="#ctx0" brushRef="#br0" timeOffset="104536">21752 13113 22481,'5'-8'4492,"-1"2"-3764,-4 6-23,0 0-671,11-57-23,-16 51-22,11-43-23,-19 79 34,8-5 0,2 7-16,23 1 10,-3-18-5,26 8 5,4-20 34,2-7 28,3-13 17,-18-13 0,-7-10 1,-7-8-74,-8-2 0,-6 5 0,-8 11 0,-10 11 0,-14 11 0,-13 9 0,-13 13 0,-4 13 0,29-5 0,1 3 0,2 4 0,3 2 0,3 3 0,4 1 0,2 3 0,4 1-767,4 1 1,4 2-928,5 1 0,3 1 1694,1-6 0,0-3 0,8 11 0,-6-20 0</inkml:trace>
  <inkml:trace contextRef="#ctx0" brushRef="#br0" timeOffset="104985">23241 13152 26180,'59'16'533,"1"0"1,-3-4 0,-4-10-397,-13-18 1,-3-7-444,0-2 1,-2-3 333,0-6 0,-3-4-647,-2-7 1,-3-3 623,-1-8 1,-4-3 1,-9 16 1,-2 0-1,-2-1 6,-1-1 0,-1 0 0,-3 0-9,-2 1 0,-3 2 0,-1 0 1,-5-12 1,-2 3 5,-3 11 0,-2 6 444,-13-7-472,0 29 39,-4 28-10,-12 29-12,16-9 0,0 5-1322,-4 13 0,2 4 1297,10-12 1,0 1 0,2 3-27,0 4 1,2 2 0,2 0-129,0 3 1,2 0 0,2 1 49,1-1 0,2 0 0,2 0-93,2-3 0,1 1 0,2-2-202,2-2 0,1-2 1,2 0-306,1-3 1,2-2 0,1-1-1549,6 14 1,3-3 1898,0-12 0,1-4 0,2 3 0,-3-21 1</inkml:trace>
  <inkml:trace contextRef="#ctx0" brushRef="#br0" timeOffset="105679">23357 13295 13155,'-18'-46'2001,"0"0"0,0-1 0,-5-14 0,3 5-1556,9 17 0,3 4-63,0-18-293,13 12-106,17 10-11,6 10 8,11 8 1,6 3-118,-6 1 1,3 2 136,8-3 0,7-1 0,-5 1-848,-1 0 0,0 0 874,-2-1 0,2-1 0,-3-1 55,-2-3 1,-3-1-257,10-7 0,-2-1 284,-13 5 1,-4-2 405,5-11 0,-6-1 364,-3-8-55,3-10-146,-25 27-21,-7 11-422,-1 9 1428,0 3-1635,-7 21 799,-3 13-819,1-2 1,0 4 10,0 7 1,0 2-831,-1 6 1,1 2 798,0 3 1,-1 0 11,2-1 0,0 0-178,0-5 0,2-1 178,2-8 0,1-2 11,-1 16 1,5-20 77,2-18 29,5-13 1539,9-13-1562,9-11 0,9-11 23,4-5-6,0 2-28,-4 5 377,0 10-473,-12 10-10,4 9 16,-5 11 34,9 9-28,5 6-39,3 3 6,4-3-7,4-4 29,7-6 11,2-6 6,-2-6 16,-5-9 6,-11-9 17,-8-11 5,-8-13 1,-9-5 27,-6-2-27,-5 14 118,-12 1-169,4 22 0,-11-2 0,4 11 0,-8 9-63,-5 8-155,-3 27-102,11 1 85,5 5-554,22-1-852,11-10-2460,4-11 1,5-3 4100,18 8 0,-3-8 0,-23-19 0</inkml:trace>
  <inkml:trace contextRef="#ctx0" brushRef="#br0" timeOffset="106219">25344 13005 23872,'17'-55'1122,"0"0"0,-2 7 0,-3 8-457,-8 20-615,-2 11-13,-2 6-37,-2 11 25,-1 12-14,-8 36 11,-2 3-726,4-19 0,1-1 693,-3 13-232,-1 6 221,6-20 5,1 2 34,1-15-6,4-14 28,4-11 1429,5-11-1446,9-11 51,15-28-51,-17 23 1,1 0-248,6-10 1,0 1 257,8-12 7,0 2-154,8 6 125,-8 15-17,18-3-11,-18 28 1,-1 15 4,-11 6 737,-4 18-787,-8 15 57,-2-14-6,-5 14 5,-2-38 201,-3 3-167,4-11 95,-1-2-72,2-6 61,6-16-83,3-7-29,5-7 0,10-13 0,-2 16 0,3 1 0,8-12-389,-4 12 1,-2 4 388,-6 13 0,17-1 0,-21 10 0,17 10 0,-12 22-595,-4 9-894,-8 17-69,-12-18 1558,-10 13 0,6-36 0,-3 9 0</inkml:trace>
  <inkml:trace contextRef="#ctx0" brushRef="#br0" timeOffset="106368">26301 13214 25107,'4'0'3564,"0"0"-3564,-4 0 0,38-14 0,-30 11-959,20-12 959,-56 13 0,13 1 0,-8-1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23:36.812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13778 574 32767,'-37'-4'0,"-1"-1"0,3 11 0,7 9 0,16 14 0,7 11-439,-1 3 1,0 10 0,1 5-1,0-2 1,0-8-771,-2 10 1,1 2-393,0-11 0,-1 9 1,-1 5-1,1 1 1,-1-6-1,0-9 1586,-4 16 0,0-7 1,2-11-1,1 2 0,0-8 1,-4 10-1</inkml:trace>
  <inkml:trace contextRef="#ctx0" brushRef="#br0" timeOffset="334">13304 1968 19341,'-8'0'8983,"1"0"-9064,-23-28 1,-1-14-261,17-11 325,-2 12 0,-2-7 1,9 6-544,13 8 0,6 3 652,4-6 0,3 3-122,18-15-313,-12 25 0,2 1-15,7-6 1,5 1 62,14-2 0,2 2 33,-4 4 0,-1 2-323,0 2 1,0 1 33,-4 2 0,-2 1-284,-9 4 1,-1 0 204,7-3 0,1-1 9,1-2 1,-1-2 551,-5 1 1,-2-2 671,-1-1 1,-4-1 890,7-12-688,-19 9 477,-11 8 54,-4 4-611,0 5-161,-1 1 352,0 8-828,-1 11-51,-2 10-16,-3 17-12,-3 9-34,2-5-243,3-9 0,-1 0-1129,1 12 323,-1 9-8759,6-9 8499,0-27 1,1 3-1,-1-18 1</inkml:trace>
  <inkml:trace contextRef="#ctx0" brushRef="#br0" timeOffset="507">14428 624 21657,'-31'-2'-1427,"6"-5"1,28 18 0</inkml:trace>
  <inkml:trace contextRef="#ctx0" brushRef="#br0" timeOffset="1007">14692 595 26581,'19'-9'89,"1"27"-81,-9 23 1,-4 12-1321,-1 4 0,-4 2 1315,-4-16 1,-2 1 0,-3-1-1,-1 1 1,-3 0 0,-1-2-4,-3 8 0,-3-1 17,-7 5 0,-1-4 444,-2 3-450,10-21 0,1-3 650,3-5-275,8-14-83,5-16-203,4-14 1332,2-4-1320,9-19-39,14-11-6,4-1 108,-11 24 1,0 3-159,17-10-23,-9 13 6,8 8 28,7 13-39,5 9 11,11 13-5,-9 14-12,-5 10 6,-9 7-45,-16 1 0,-16 1-17,-22-5-101,-21-5 9,10-23 0,-2-3-132,-24 7-684,11-14 1,0-5-4519,-5-12 5499,-11-5 0,40-1 0,12 3 0</inkml:trace>
  <inkml:trace contextRef="#ctx0" brushRef="#br0" timeOffset="1483">15441 727 26172,'27'45'123,"0"1"0,-4-14 1,-5 1-91,-8 16 1,-5 1-6,-1-16 0,-1 0-6,1 15 1,-1 0-2823,-3-11 1,-1-1 2807,0-4 1,-1-2 1168,-11 15-1149,5-24 993,-8 8-651,10-20 106,-2 0-202,5-19 3087,2-13-3305,-1-14 28,10-10 22,6-4-16,11 6-51,4 6-22,-4 15 370,16 0-404,-5 15 17,20 4 0,1 15-12,-26 0 1,0 3-108,-1 2 0,-2 3 119,20 21-39,-18 3 39,-19-1 0,-22-1 0,-19-3 5,-5-11-14,0-13 1,-4-3-53,-19-3-131,16-6 1,1-4-184,-15-12-728,21-11-1183,26-6 2347,33-7 0,-10 17 0,13 1 0</inkml:trace>
  <inkml:trace contextRef="#ctx0" brushRef="#br0" timeOffset="1824">16577 1129 21461,'11'-5'3148,"-3"1"-1977,-8 4-544,0 0-184,-72 9-219,26 7-185,-5-3 0,0 2-11,1 19-17,16 2 6,17 1 11,18-1 11,18-2 0,15-5 1,13-6-1,4-7 17,-2-9 0,-6-8 117,-2-14 18,-10-17-130,-8 2-27,-12-6 28,-9 5-46,-2 9 18,-12-18-45,-3 19-51,-10-6-279,4 15-942,6 7-2811,9 2 4094,8 3 0,4 0 0</inkml:trace>
  <inkml:trace contextRef="#ctx0" brushRef="#br0" timeOffset="2084">17055 708 24413,'0'-6'2694,"-1"1"-1887,1 5-729,-48 41-67,28-8-654,-15 14 1,1 7 644,17-9 1,5 4-22,1-3 1,2 4-1,2-4-1,-1 2 1,6-1-119,10-1 0,7 2 0,2-7-36,0-15 0,6-2-295,7 5 1,6 1 0,1-3-1714,12-3 0,3-3 1724,5 2 0,-1-2 0,-16-8 0,-4-1 0,6-1 0</inkml:trace>
  <inkml:trace contextRef="#ctx0" brushRef="#br0" timeOffset="2892">18092 867 26424,'-11'-31'40,"0"-1"1,-19-13-36,-1 57 8,-15 8 13,-6 2-269,-2 0 303,4-4 91,10-5 169,10-7 204,12-3-317,10-3-83,5 0-46,3 0-134,0 3 39,0 2 267,-1 9-216,0 8-23,-1 1 0,-3 15-3392,-2 4 3398,0-7-11,-7 17 5,5-29-22,-2 7 5,4-17 85,2-5 5,5-6 358,-2-2-407,7-9 3357,6-11-3392,10-5 0,12-6 0,6 7 0,4 6 0,-7 8 0,9 5 0,10 16 0,2 3 0,-22-1 0,-2 1 0,15 13-46,-13 1-16,-16-1 34,-15-6-196,-36 12 11,5-15-605,-15 1 1,-5-2-1101,16-9 0,-1-3 1239,-10 4 1,3-3-1,0-3 1,20-3 0</inkml:trace>
  <inkml:trace contextRef="#ctx0" brushRef="#br0" timeOffset="3107">17992 828 26351,'54'-20'-1143,"0"0"1,-3 3-1,-4 4-8688,4 10 7373,-15 3 0,-13 0 1,-17 0-1</inkml:trace>
  <inkml:trace contextRef="#ctx0" brushRef="#br0" timeOffset="3350">18504 460 28671,'32'28'0,"0"-1"0,0 1 0,15 16 0,-6 2 0,-10 7 0,-5 2-1184,0 1 1,-2 0 1168,-6 1 1,-5 0-263,-8 0 0,-9 1-602,-13 2 0,-11-2 879,-4-14 0,-5-2 0,1-4 0,4-2 0,1-5 0,-7-1 0,0-1 0</inkml:trace>
  <inkml:trace contextRef="#ctx0" brushRef="#br0" timeOffset="4366">14902 2162 25786,'16'-37'22,"-1"30"-3,-10 34 1,-5 15-3,2 3 0,0 2-23,-1 5 1,-1 1-839,-1 2 1,-2 1-849,0 0 1,0-1 1130,-1-7 0,1-4 1,-2 13-1,3-27 0</inkml:trace>
  <inkml:trace contextRef="#ctx0" brushRef="#br0" timeOffset="5242">9160 3052 16714,'49'-15'19,"0"1"0,0 0 0,2 1 0,0 1 0,-1 4 46,-3 5 0,-1 3 1,1 1-1392,6-1 0,1 0 0,0 0 1568,6 1 1,0 1 0,2 0-43,-14-1 1,2 1-1,0 0 1,0 0-420,4 0 1,0 1-1,1 0 1,0 0 388,3 0 1,1 0 0,0 0 0,1 0-54,-10 0 1,1-1 0,1 1-1,-1 0 1,2-1-163,2 1 1,0 0 0,1-1 0,0 1 0,1 0 103,2-1 0,1 1 1,0-1-1,1 1 1,3-1-180,-7 0 1,2 0 0,1 0-1,2 0 1,-2 0 0,-1 0 0,-3-1 129,4 1 0,-3 0 0,-1-1 0,1 1 0,4-1-29,-2 1 1,3-1-1,3 0 1,0 0-1,0 0 1,-2 0 0,-3-1 34,5 1 1,-3-1 0,-2 0 0,2 0 0,2 1-9,-8-1 0,2 0 0,1-1 0,1 1 0,1 0 0,-1 0 0,0-1 2,0 1 0,-1-1 1,1 1-1,0-1 1,1 0-1,0 0 0,3 0 5,-8 0 1,3 0-1,1 0 1,1-1 0,0 1-1,-1 0 1,0-1 0,-3 1-1,-3-1-11,10 1 1,-5-1 0,-1 0 0,0 1 0,1-1-1,4 0 3,-3 0 1,3 0 0,2 0 0,0 0 0,1-1-1,-2 1 1,-1 0 0,-5-1 7,1 1 1,-3 0 0,-3 0 0,0 0 0,2-1 0,2 1 5,1-1 1,2 1 0,1-1-1,0 0 1,2 1 0,-1-1-1,-1 0 7,0 1 1,1-1 0,-1 0 0,1 1 0,-1-1 0,1 1 0,-1-1-1,1 0 0,0 1 0,0-1 0,-1 0 0,1 0 0,0 1 0,0-1-16,1 0 1,-1 1 0,1-1 0,0 0 0,-1 1 0,1-1 0,0 0-7,-1 1 0,-1-1 1,0 0-1,1 0 1,0 0-1,3 0 0,2 0 4,-8 0 1,3 0 0,1 0-1,2 0 1,1-1 0,0 1 0,-1 0-1,-1-1 1,-1 1 0,-3 0-7,2 0 0,-1-1 0,-1 1 0,-2 0 1,0 0-1,1 0 0,0-1 0,1 1-2,-3 0 1,2 0-1,1-1 1,-1 1-1,1 0 1,-1 0 0,-1 0-1,-2-1 1,-1 1 3,12 0 1,-1-1-1,-2 0 1,-2 1-1,-3 0 1,-3 0-5,-1 0 1,-5 0 0,0 0 0,4 0-2,-2 0 0,3 0 0,3 1 0,0-1 0,-1 0 0,-4 0 1,11 0 1,-4 0 0,0 0 0,2 0-3,-4 0 0,1 0 0,2 1 0,-1-1 0,-2 1-5,-5 0 1,-1 0-1,0 0 1,0 0 0,0 1 13,3-1 1,1 1 0,0 0 0,-3 0 0,-2 0-12,8 0 0,-4 1 1,2-1 119,-5 2 0,2-1 1,-1 2-1,-5-1-325,11 2 0,-3 0-3070,-7 2 0,2 0 0,-4 0 2956,-3-1 0,-4 1 0,-4 0 0,-7-1 0,-20-2 0</inkml:trace>
  <inkml:trace contextRef="#ctx0" brushRef="#br0" timeOffset="6126">14905 2544 15586,'2'-4'6542,"0"0"-6189,-2 4-185,13-8-45,-11 35-28,10 9-67,-14 22 36,1-9 1,0 2-20,1-18 0,0 1 2,0 12 1,1 0 100,-1-11 1,0-5-15,1 8 225,-1-5 380,0-25 964,0-2-1574,2-28-68,3-7-38,1-14 49,3-16 1,-4 22 0,-1-1-11,3-23 83,-2 13 1,0 2 83,-4 9-150,2-7 44,-5 28-224,1 12-5,-2 7 89,0 14 11,0 20 1,1 20-275,1-20 0,1 0-502,0-5 1,2 1 781,4 24 0,2-5 0,-2-15 0,0-5 0,1 0 0</inkml:trace>
  <inkml:trace contextRef="#ctx0" brushRef="#br0" timeOffset="6900">8876 3110 5739,'0'0'0</inkml:trace>
  <inkml:trace contextRef="#ctx0" brushRef="#br0" timeOffset="7592">9183 3070 21556,'-39'-31'2672,"7"7"-2358,32 21-157,0 2-101,2 10 61,1 11 18,0 20-29,-1 17-75,-2-23 0,-1 1-204,-1 23 204,-1-13 0,1 0-403,0 13 386,1-18 0,2 0 25,3 10 29,2-15 218,0-13 22,-2-11 358,-1-11-20,2-24-523,-1-12-87,-2 6 1,0-5-18,-2-3 1,0-1-6,-1 6 1,-1-1 2,-1-12 0,-2 0 8,1 3 0,-1 0 3,0 3 0,1 1 0,0 3 0,1 4-11,1 4-73,1 15 39,0 12 28,2 14-16,4 16 7,1 6 1,-1 4-6,1 0 1,0 2-871,0 14 1,-1-1 874,-2-17 1,-1 0 5,-1 13 1,-2-1-151,-2 6 150,0-20 1,1-2 19,-2-6 296,1-15-139,2-24-123,0-14-23,-1-26-31,1 18 1,1-3 828,0-4 0,2-1-817,0-2 0,1 1-15,0 10 1,1 1 5,3-6 0,0 3 166,3 1-199,1-4-6,-6 30 0,1 23 17,-2 5-199,2 15 0,-1 6-751,-1-3 1,0 2 786,0 3 1,0 5 0,0-5 0,-1-8-1,-1-3 1,0 1 0,0-1 0</inkml:trace>
  <inkml:trace contextRef="#ctx0" brushRef="#br0" timeOffset="43142">6872 4577 21198,'-28'-53'959,"0"0"1,3 5 0,2 10-551,1 24-297,7 6-56,-15 19-62,10 27-5,-4 11-731,12-1 1,3 5 696,2 1 0,1 3-540,1-6 1,1 2 0,1 2 352,0 3 1,1 1-1,0 1-304,2 3 0,-1 0 0,1 0-439,0-15 1,1 1 0,-1-1-1,-1 0-2302,-2 14 0,0 1 0,-3-2 2454,1-5 0,-2-2 1,-2-2 1006,-1-7 1,-1-3 0,-5-5 3304,-11 5 0,-4-9-2285,-11-5-44,10-29 1,2-12 699,-5-33-1284,16 11 1,3-4-219,5-7 0,6-2-176,7-4 0,5 0-90,5-1 1,4 1-60,4 2 1,3 1-51,3 5 1,3 2-29,1 5 0,3 2-42,2 4 0,2 2-28,2 3 0,1 1 571,1 2 0,1 1-582,0 1 0,-1 0 56,-2 2 0,0 0 767,-5 0 0,0 1-700,1-4 0,-3 1 48,9-7 146,4-11-2468,-21 9 2552,-5 5 1189,-2-5-529,-14 15 189,0 0-423,-3 6-611,-2 5-96,1 5 3376,-3 8-3387,-1 11-124,0 14-447,2 15-2128,5-14 0,3 0 2716,1 19 0,3-9 0,-5-28 0</inkml:trace>
  <inkml:trace contextRef="#ctx0" brushRef="#br0" timeOffset="43332">7491 4286 20352,'-2'-6'2756,"-1"2"-3579,3 4-763,-25 0 1586,20 33 0,-20-25 0,27 25 0</inkml:trace>
  <inkml:trace contextRef="#ctx0" brushRef="#br0" timeOffset="43799">7642 4555 23489,'-1'-43'862,"1"1"1,1 5 0,-2 9-768,-2 20-112,2 14 28,7 18-22,7 23-6,3 2-8,-4-10 0,-1 1-17,-3-4 0,-1 3-20,0 20 1,-2 2-570,-4-11 1,-3 0 633,-2 5 0,-4-3 8,-2-17 0,-1-4 67,-13 18-5,6-21 482,2-13-62,6-23-112,4-10-191,1-10 79,10-17-84,7 1-112,3 1-3,0 14 0,3 1-9,16-9-61,9-1 0,-8 19-5,3 16-1,9 21-16,-1 5 5,-19-4 0,-3 2-5,5 17 957,-14-6-980,-13 5 40,-18-7-7,-29 13-27,-9-11-312,18-17 0,-2-2 186,5-6 0,2-2-126,-17-1-1025,6-8-3815,25-8 4330,4-3 1,10 3 0,3 4 0</inkml:trace>
  <inkml:trace contextRef="#ctx0" brushRef="#br0" timeOffset="44282">8360 4425 22481,'0'-6'3982,"0"1"-3047,0 5-890,-17-2-28,18 38-28,-9 14 8,14-6 0,4 4-589,-2 2 1,-1-1 591,-1-11 0,-2 1 2,-1 12 1,-2-1-335,-7 7 329,1-18 0,-1-3 20,-10 4 78,1-16 79,3-11-40,3-19 1145,6-15-1122,2-19 371,10-15-458,-2 23 0,2 1-3,2-1 1,1 1 17,16-25-85,-2 11 0,1 13 0,3 10 0,5 11 0,8 11 0,7 13 0,-8 3 0,-10 5 0,-2 4 0,3 15 0,-11-10 0,-4 2 0,-6 22-612,-22 1 589,-4-14-44,-10-11 0,-4-3-152,-21 6-99,12-11 1,0-4 43,-14-3-1344,-1-18-1911,32-17 3529,10-20 0,11 16 0,9-2 0</inkml:trace>
  <inkml:trace contextRef="#ctx0" brushRef="#br0" timeOffset="44632">9132 4609 26318,'-21'52'121,"0"-1"0,2-1 1,3-4-125,8-14 0,2-1-3,4 26 6,16-8-5,17-11 10,1-15 35,29-8 49,-21-17 40,15-9 56,-22-16 168,-7-29-230,-13 14-255,-7 7 0,-4-1 311,-8-13-22,-5-8-28,-14 12-85,1 16 46,-31 10-79,12 16-78,-16 9-135,22 12-4400,17 11 3835,11-3 988,30 22 0,-14-32 1,16 13-1</inkml:trace>
  <inkml:trace contextRef="#ctx0" brushRef="#br0" timeOffset="44865">9856 4341 24279,'0'-11'1736,"-10"-26"0,-7-4-1265,-5 16-359,0-15 0,-2 8 5,-13 38-22,-1 28-89,17-3 1,3 5-1068,-2 13 1,2 4 1060,6-10 0,2 3 0,0-2 0,-2 12 0,1 3 0,3 2 0,2 5 0,2-4-110,6 1 0,4 0-443,1-6 1,2 4 0,5-6-363,5-13 0,3-5 0,4-2-4001,16 11 1,2-7 3664,-9-11 0,-2-4 0,13 4 0,-33-23 0</inkml:trace>
  <inkml:trace contextRef="#ctx0" brushRef="#br0" timeOffset="46316">10134 4957 21668,'15'-59'797,"0"0"1,-1 0 0,-1 6 0,0 2 0,-2 8-53,10-15-454,-10 24-207,-3 10-17,-6 18-61,-1 5 55,1 18-33,2 26-50,-1 17-119,-2-29 1,-1 2 145,-2 4 1,-1-1-3270,-6 23 3292,4-25 0,-1-1-22,-2 24 22,4-26 134,3-11-55,3-17 269,7-14-258,9-10 39,11-16 39,9-8-51,-15 17 1,1 0 5,13-16-95,-6 8 3415,-15 19-3443,-11 12-28,0 8 5,-2 4-27,3 19-1,1 7-44,3 16-258,-1-14 1,0 2-292,1-5 0,2 1-1171,4 3 0,1-2-1192,10 6 2215,6-10 1,-21-21 0,1-2 0</inkml:trace>
  <inkml:trace contextRef="#ctx0" brushRef="#br0" timeOffset="46525">10979 4620 20382,'-1'-47'872,"1"1"0,-1 0 1,1-10-1,-1 7 845,-6-4-1219,1 27 401,0 3-899,3 20 394,6 23-394,10 30 0,2 6 323,-1-8 1,2 6-324,-3-11 0,-1 2 0,0 1-483,-1 3 0,0 2 0,-1 1 450,-2-5 1,-1 1 0,-1 2-1,-3-2-1203,-4 12 1,-5-1 0,-2-2 800,1-9 0,-2-1 0,-4 1 435,-8 0 0,-6 4 0,0-4 0,4-7 0,3-7 0,1-2 0,-15 15 0,-1 0 0</inkml:trace>
  <inkml:trace contextRef="#ctx0" brushRef="#br0" timeOffset="53350">9354 6119 18952,'-14'-50'1086,"1"1"1,-1-1 0,-4-17 0,3 12-399,10 26-172,0 6-315,1 1-229,2 11-22,3 13 67,6 18 5,1 4-17,4 13 1,1 5-12,-4-5 1,0 1-197,2 7 1,-1 2 190,-3 13 0,-4-1-389,-4-21 1,0-1 396,0 8 1,-1-1-40,-4-8 1,0-6 91,-3 0 241,0 3 337,3-23 152,3-15-696,-3-15 817,0-18-851,-2-19-28,3 4 0,3 2 1,-1-1-9,2 15 0,0 0-161,0-16 1,-1 1 185,1 17 0,-1 3 34,-2-15-51,1 21-50,-2 13-5,4 11 5,-1 25 28,2 15-6,0-3 1,0 3 5,0-6 0,-2 2-10,-1 11 1,-3 6 0,1-6-338,1-11 1,-2-1 342,0 10 0,-2 4 1,0-5 3,-5 15 11,3-11 486,3-11-245,7-29-6,3-14-168,5-19-10,7-23-24,0-1-513,-4 0 0,0-3 500,-5 13 0,-1-2 11,2-16 0,-2-1 223,-2 16 1,-2 4-98,-2-21-56,-2 25-117,-2 20-12,1 12 0,-4 30 6,2 14 2,2-6 1,1 3-34,2 3 0,2 0 0,1-7 0,1 0-359,10 18 1,2 0-143,-2-14 1,2 0-4374,5 15 1,0-2 3271,3 8 1,-8-21 0,-12-28 0</inkml:trace>
  <inkml:trace contextRef="#ctx0" brushRef="#br0" timeOffset="54383">6523 6777 9873,'-41'-3'1441,"-1"-1"0,1 0 1,17 1-972,31 3 264,14-1-135,23 0-423,-10 0 1,3-1-788,10 0 0,4 0 658,8-1 1,4-1-427,-17 2 0,2 0 0,1 0 459,5-1 0,0 0 1,1 1 61,4-1 0,2 1 0,0-1 12,-11 1 0,-1-1 0,2 1 0,0 0-511,4 0 0,1 0 0,0 0 0,1 0 491,4 0 1,0 0 0,1 0-1,0 1-381,-9 0 1,0 0 0,0 0 0,1 0 0,0 0 299,2 0 1,1 1 0,0-1 0,0 1 0,1-1-205,1 1 0,0 0 0,0 0 1,1-1-1,0 1 186,1 0 1,0 0 0,1 0 0,-1 0 0,1 0-91,1 0 0,0 0 1,0 0-1,1 0 1,-1 0 80,-10 0 0,1 0 0,-1 0 0,0 0 0,1 0 1,-1 0-33,1 0 1,0 0-1,0 0 1,0 0 0,0 0-1,0 0 38,0 0 1,0 0 0,1 1 0,-1-1 0,0 0-1,0 0 13,-1 0 1,1 0-1,-1 0 1,1 0-1,-1 0 1,0 0 23,10 0 1,0 0-1,0 0 1,-1 1-1,1-1 3,-2 0 1,1 0 0,-1-1 0,0 1 0,-1 0-21,-1 0 1,-1 0 0,1 0 0,-2-1 0,1 1-16,-2 0 0,0 0 0,-1-1 0,1 1 0,-2 0-14,-2 0 1,0 0-1,-1-1 1,0 1 0,0 0 90,8 0 0,0 0 1,-2 0-1,0 0-112,-5-1 1,-1 1 0,-1 0 0,-1 0-16,10 0 0,-2 0 0,-3-1-32,-7 1 0,-2-1 1,-2 0 258,10 1 1,-3-1-1887,-13 0 0,-3 0 2049,9-1 1,-23 1-1,-14 0 1</inkml:trace>
  <inkml:trace contextRef="#ctx0" brushRef="#br0" timeOffset="55603">6008 6748 8825,'-58'6'924,"1"1"0,-1-1 0,1 0 1,0 1-1,-3-1 0,-4 1 0,3-1 1,5 0-1,10-2-426,3-1 1,6 0-326,-10 0 1,1 0 627,-11-1-627,38-1-219,-2-1-336,24 0 443,10 0-40,5 2 40,40 1 5,4 1-31,-13-2 1,4 0-674,3-1 1,1 0 656,-11-1 1,0 0-1,0 0-3,12-1 0,3-1-9,-8 1 0,6-2 1,0 1-1,-6 0-11,10-1 1,1 0-6,-11 0 0,9 0 0,3 0 0,-1-1 1,-7 2-740,2-1 0,-5 1 0,4-1 741,0 1 0,3-1 1,1 0-1,-6 1-15,-2-1 1,-3 2 0,-4-1-80,5 1 1,-5-1 37,-11 1 1,-6 1-35,-8 2 147,-20 1 914,-18 2-1010,-22 1 1,-9 0 38,1-1 1,-3 0 802,-8 2 0,-5 0-767,3-2 0,-3 0 0,2 0-548,13-1 1,2 0-1,-3 0 560,-3 0 0,-4 1 0,1-1 0,3 0 1,4 0 0,3-1 0,-3 0 62,-2 1 0,-4 0 0,0-1 0,4 1-31,3-2 1,3 0 0,-2 1-4,-15 0 0,-4 1 0,4-1-247,-3-1 0,5 1 337,11-2 1,4 1 100,-13-1-220,30-1 667,32-3-567,11-1-52,17-2 1,10-2-66,12-1 1,3 1 294,-2-1 1,2 0-510,-2 1 1,3 0 0,-5 1-163,-8 2 1,1-1 350,13-1 1,8 0 0,-11 0-1,-23 4 1,-3 0 0,20-3 0,-1 1-1</inkml:trace>
  <inkml:trace contextRef="#ctx0" brushRef="#br0" timeOffset="56337">12925 6626 13844,'-63'-1'1820,"0"-1"1,4 1-1,3 0-1577,19 0 1,2 0 226,-3 0 1,3 0-348,7 1-145,-5 0 33,31 0 269,12 0-11,17 1-208,3 0-38,33 3-287,-31-2 0,2 0 278,21 0 0,3 1-365,-10-1 0,1 0 373,7 0 1,-2-1-15,-21 0 1,-2 0 16,8 0 0,-2-1 126,0 0 68,5 0 1075,-28 0-132,-12 0-1151,-22-5 29,0 2-12,-13-3 784,0 4-795,18 1-79,-2 0-95,17 0-44,12-2-606,19-1-8743,18-2 9550,-7 2 0,-8 1 0,-24 2 0</inkml:trace>
  <inkml:trace contextRef="#ctx0" brushRef="#br0" timeOffset="58011">5217 7047 17879,'-11'-44'672,"-1"0"0,2 5 0,2 8 454,8 20-1277,0 6 420,4 6-123,7 14 157,9 19-273,-7-6 1,-1 3-17,2 8 0,-1 2-391,-3 5 1,-1 2 398,-3 1 1,-2 1 2,-3-2 1,-3-1-246,-1-4 0,-1-1 262,-2-6 0,0-2 59,-8 20 179,1-18 56,6-16 1030,-1-21-26,4-7-1189,-6-26 11,0-9-95,3 11 1,-1-4-217,1-4 1,0-1 173,0-4 1,1 1-15,2 9 0,0 0-257,1-12 1,1 1 324,0-7-29,1 19 1,1 1 22,0 2-112,-1 15-73,1 12 957,0 15-839,5 15 643,3 18-684,7 11 30,0 4 17,-2-1 10,-5-6 6,-4-9 17,-3-14 207,-2-13 117,0-11-178,-4-16-124,-3-15-22,-2-19 5,0-14-28,6 24 1,1 1-1,0-21 54,5 19 0,1 2 2,1 2-95,1-5-117,-2 29 27,-1 19 23,4 19-274,5 26-334,-3-20 0,1 4 13,3 13 1,-1-3 0,2 7-1,0-1 1</inkml:trace>
  <inkml:trace contextRef="#ctx0" brushRef="#br0" timeOffset="58994">13081 6767 21455,'-6'-53'922,"0"0"1,1 5-1,5 8-350,15 16-167,-2 8-321,-5 8-75,-3 8 13,6 23-27,1 11 16,2 12 3,-7-13 0,-3 2-300,-1-3 0,-2 1 288,-1 10 1,-1 1 0,-1-1 0,0-1-3,-1 4 0,0-2 0,-1 18 17,2-12 139,2-29 354,1-15-29,0-9-402,1-6-3152,5-50 3106,-3 21-2,1-7 0,0-5-58,0 9 0,-1 0 77,1 2 1,-1 0-12,0 3 0,0 3 163,-1-5-84,-2 24-186,-1 3 3116,-2 16-3048,-2 18-17,-4 35 11,4-25 1,0 1 193,0 1 1,1 1-195,0 1 0,1-2 1,-1 17-1,1 4 6,1-15 67,1-17 6,0-13 67,1-14-84,4-16 6,1-16 477,2-20-472,-3 15 0,-1-1-22,1-16 14,-1 19 0,-2 3 70,0 4-51,0 2-123,-2 16-22,0 8-437,-3 19-1159,2 14 1663,-2 32 0,2-26 0,1 4 0</inkml:trace>
  <inkml:trace contextRef="#ctx0" brushRef="#br0" timeOffset="76940">4428 8724 18246,'-34'-42'1516,"0"0"0,3 3 1,4 10-1064,9 23-318,1 5-119,-3 18-16,7 7-3,1 21 1,3 10-35,2-4 1,2 3-778,-1 0 0,1 5 1,0-1 559,2-1 0,1-1 0,1 1-622,-1 4 1,1 0-1,0 1-1654,-1 0 0,0 1 0,-1-2 2530,0-7 0,0-2 0,0-3 0,-1 1 0,0-7 0,-2 6 0</inkml:trace>
  <inkml:trace contextRef="#ctx0" brushRef="#br0" timeOffset="77257">3940 10215 19474,'-25'-48'448,"0"-1"0,0 1 0,4 2 0,2 1 0,10 3-384,17-3 1,9 4-479,2 0 0,4 2 389,3 3 0,2 2-40,3 3 1,1 2-48,3 3 0,0 1-25,2 2 0,0 1-3,0 1 0,0 0 22,-1 1 1,0-1 41,-2-2 0,-1 0 51,-1-2 0,-1-1 56,-1-2 0,-2-1 50,0-2 0,0 0 98,-3-1 0,-1 1 134,-3 1 1,-2 1 1149,12-26-931,-15 22 635,-7 4-618,-8 20-197,-1 3-397,0 5 21,-3 15-76,1 15-7,-1 2-41,3 23-2278,3-9 2426,0 18 0,-1-27 0,0-6 0</inkml:trace>
  <inkml:trace contextRef="#ctx0" brushRef="#br0" timeOffset="77440">4918 8631 23080,'-32'0'-475,"9"20"0,24 10 1,3 2-1</inkml:trace>
  <inkml:trace contextRef="#ctx0" brushRef="#br0" timeOffset="77891">5095 8928 20671,'1'-8'4492,"1"2"-3892,-2 6-449,0 0-151,17-17 17,-5 46-22,12 2-4,-17 10 1,-5 7-325,0 1 1,-2 0 318,-4 2 0,-3-1 25,-1-4 1,-2-2 2,-1-7 0,0-3 137,-8 12 230,8-21 145,2-24-386,4-10 135,1-22-85,3-9-28,7-16-446,8-5 402,9 2-51,5 11 559,-1 14-631,-6 15-29,13 11 23,-6 14 0,23 14-23,-14 8 12,-2 3-34,-14 7 456,-13-5-428,-14 12-28,-29 7-78,5-29 0,-3-3 38,4-2 1,0-3-48,-2-4 1,1-4-855,-14-5-8019,2-23 9016,9 3 0,11-6 0,18 11 0</inkml:trace>
  <inkml:trace contextRef="#ctx0" brushRef="#br0" timeOffset="78325">5730 8675 26222,'6'43'123,"0"1"0,0-1 1,1 16-1,-3-2-109,-5-9 0,-2-1 0,-3 2 0,-1-1 0,-2-1 0,0-1-465,1-8 0,0-1 448,0 0 0,0-2 191,-3 7-121,7-22 380,-2 5-179,6-29-111,6-14 174,14-28-124,7-7-160,-12 25 1,1 0 25,3 0 0,0 3-17,12-9 459,6-1-481,3 15-29,-14 11 123,14 12-128,-10 8 0,9 11-22,-3 16 44,-14 2-33,-10 1-23,-29 8-10,-18-7-49,7-15 1,-5-1-872,-4-2 1,-2-2 386,-3-3 0,-1-3-835,2-4 1,0-3 1311,2-5 0,3-2 0,-4-1 1,11-5-1</inkml:trace>
  <inkml:trace contextRef="#ctx0" brushRef="#br0" timeOffset="78906">5051 8973 13228,'1'-5'8267,"1"1"-7449,-2 4 459,14-67 72,-8 29-1044,3-4 1,-1 1 182,-3 10-152,-3 14-236,0 8-133,-2 5-18,3 8 40,4 10 11,7 13-5,0 3-1,5 20 23,-3 6-12,-2-2 7,-1 0-1,-9-29 162,-1-9 1,-3-11 280,0-6-382,-5-11-49,-2-10 5,-4-13 5,2 3 102,2-26-34,6 19-17,2-17-28,4 23-28,-1 10-23,-1 11-111,-2 8-23,0 9-616,7 22-1490,0 13 2235,-3-3 0,-1-1 0,0 2 0,-3 1 0</inkml:trace>
  <inkml:trace contextRef="#ctx0" brushRef="#br0" timeOffset="79473">6491 8675 23875,'6'-53'875,"-1"1"1,0 5 0,-1 11-685,-4 24-169,0 7 17,-4 26-5,-3 18-20,0-3 0,-1 6-1247,-1 9 1,-1 1 1229,2-6 0,0 2-36,1 1 0,-1 5 0,3-4-614,1 2 1,2-1 555,0-4 0,1 2 0,3-2-517,5 1 0,5-4-330,5-6 0,4-5-2925,6-6 0,3-4 3869,-1-7 0,0-3 0,10 1 0,-16-9 0</inkml:trace>
  <inkml:trace contextRef="#ctx0" brushRef="#br0" timeOffset="80332">6203 9113 23321,'-12'-50'202,"1"21"-180,7 59 0,0 12-27,1 8 5,2 3 22,9-3 34,16-2-22,-3-20 83,17-1 124,-13-21 476,6-7-448,-13-4 224,-3-15-101,-12-4-73,-5-13-67,-10-9-148,-3 14 0,-3-1-60,-9-12 6,5 14 1,0 2 50,-3-1-34,-2 0-78,9 12-62,8 9-112,6 8-347,2 10-2235,2 8 2767,2 6 0,0-5 0,1-8 0</inkml:trace>
  <inkml:trace contextRef="#ctx0" brushRef="#br0" timeOffset="81266">6870 9042 24206,'-18'-41'69,"0"0"0,3 1 0,10 8-75,24 14 6,16 0-22,26 5 5,-17 7 8,-10 8 1,0 3-36,6 14-15,-13 0 0,-3 2 14,5 11-28,-18-1 1,-8 2 49,-22 8 26,3-11 0,-3-2 19,-17 7 39,10-15 1,0-3 73,-4 1 78,-9 0 50,16-13-134,7-7 179,1-8-50,9-5-1,2-12-178,12 5-3432,9 0 3375,3 13-2279,26 4 2268,-15 8-53,3 1 0,2 2 31,21 11-12,-13 4 1,-2 1 17,6 7-18,-3 14-16,-50-2 17,-6-13-82,-11 4 0,-7 0-143,3-13 1,-2-2-434,-13 6 1,-2-1 110,14-9 1,-1-3-3275,-4-3 1,1-2 3842,-4-1 0,5-3 0,18-1 0</inkml:trace>
  <inkml:trace contextRef="#ctx0" brushRef="#br0" timeOffset="81507">7437 8587 25623,'26'56'48,"-1"1"0,1-1 0,-2-3 1,1 0-1,-3-6-767,-3-5 0,-1-4 730,2 9 0,-5 2-45,-11 4 1,-8 2-206,-7 3 1,-8 1-2200,-3-11 1,-5 1-1,-2-3 2438,-1-10 0,-1-2 0,1-4 0,-4 4 0,3-5 0,-9 6 0</inkml:trace>
  <inkml:trace contextRef="#ctx0" brushRef="#br0" timeOffset="83332">5748 10316 21707,'-2'-15'970,"4"33"-707,0 34-179,2 9-9,-5-4 1,-2-2-837,-1 0 769,0 0 1,-1 0 19,-1-7 176,1 4 149,3-17 5,1-18 919,1-20-1216,-1-9 1,0-12 90,-1-14-12,0-9-25,0 3 0,0-2-73,1 14 0,0 0 30,0-17 1,0 0-1356,1 12 0,1 2 1367,0-22 51,1 3-63,-2 40-172,1 5 100,-1 29-23,2 16 26,-2 7 0,0 4 1354,1-14 0,0 2-1360,-2 19 0,-1 2-1590,-1-9 0,1-4 1593,-1-7 0,0 0 5,0 5 1,0-4-6,2-9 202,-1-4-101,2-14 33,0-30 361,2-12-473,-2-13 12,2-3 61,-2-1 0,0-2 2307,0-7-2333,-1 15 0,0-6 0,0 6 99,-1-10-67,-1-9 33,1 35-145,-1 21-17,2 24 28,-1 4-6,3 10 1,0 4-7,1 12-2,0-2 0,1 3-22,-2 4 0,1-1 277,0-8 1,0 0-1809,0 1 1,1 3 0,-1-5 913,4 16 1,-3-24 0,0-4 0,0-9 0</inkml:trace>
  <inkml:trace contextRef="#ctx0" brushRef="#br0" timeOffset="100134">3548 11363 13995,'-44'-5'-101,"0"0"0,2 0 1,13 2-1211,27 3 577,6 0 958,10 1 39,19 1 191,26 0-126,-16-1 0,3-1-530,14 0 0,1 0 370,-8-1 0,4 0-430,-9 0 1,6 0 0,1-1-1,-3 1 488,5-1 0,-2-1 1,4 0-89,-9 1 1,4 0 0,1-1 0,0 0 0,-4 1-16,11-2 0,-3 1 1,6-1 75,-7-1 0,7 0 1,1 0-1,-2-1 0,-6 1-123,0 0 1,-5 0 0,8-1-17,-10 1 0,6 0 0,5-1 0,2-1 0,0 1 0,-3 0 0,-5 0-493,1 1 1,-5-1-1,-1 1 1,1-1 0,4 1 454,-3-1 0,2 0 1,3 0-1,1 0 1,0 0-1,-2 0 0,-1 1-255,1-1 1,0 0 0,-1 0 0,-1 0 0,-1 1 0,-2 0 246,2-1 1,-3 1 0,-1 0-1,1 0 1,1 0-104,8-1 1,1 1 0,1-1 0,0 0 0,-1 1 81,-1 0 0,0 0 1,-1 1-1,1 0 1,-1-1-68,0 1 0,0 0 0,0 0 1,0 0-1,1 1-166,1-1 0,2 1 0,-1-1 1,-1 1-1,-4 1 240,-1 0 0,-2 1 0,-4 0 0,-4 0 0,10 0 0,-6 0 0,-12 1 0,0 0 0</inkml:trace>
  <inkml:trace contextRef="#ctx0" brushRef="#br0" timeOffset="100986">3349 11544 17092,'-4'-45'1572,"-1"1"0,1 4 0,2 9-1157,2 16-459,1 9 10,-1 12 174,1 14-6,0 22-84,0-9 1,0 3-510,-2 10 1,-1 1 461,0-7 0,0 2-5,-1 1 0,-1 3 0,1-4 19,0-1 0,0 0 0,0 15 0,0-2-28,2-20 1,0-4 106,1 14 262,0-18 1036,0-15-1377,1-40 56,-2-11-54,-1 2 1,-1-4 82,0-1 1,-1-2-84,-1-3 1,1 0 19,0 0 0,0 0 42,2 5 1,0 2 58,1 8 0,0 1 246,1-11-218,0 20-129,0 13-39,-1 11-11,0 13 28,-4 19-17,-2 22-23,2-18 1,0 3-123,-1 6 0,0 1-640,2 4 1,0 2 784,2 8 0,1-4 0,0-22 0,1-4 0,2 27 0</inkml:trace>
  <inkml:trace contextRef="#ctx0" brushRef="#br0" timeOffset="101609">2334 13801 20828,'-2'-43'970,"0"0"1,0-1-1,-2-12 1,2 8-579,2 12-331,0 20-173,0 15 140,5 46-28,0 9-50,0-7 0,0 4-532,-2-3 0,0 2-59,0 2 0,-1 0-74,-1-10 1,0 0 714,0 22 0,0-6 0,-1-18 0,0-7 0,1 1 0</inkml:trace>
  <inkml:trace contextRef="#ctx0" brushRef="#br0" timeOffset="101809">2316 13926 14382,'-5'-54'1393,"0"0"0,0 0 1,-1-11-1,2 4-937,1 11 1,3 4-266,5-14-171,-3 25 0,3 0-37,11 1 0,5 5-17,18-5 6,-9 12 0,2 3-140,27 2-23,-13 13-93,3 18 284,-29 11 0,-4 2 0,9-1 0,-5 20 0</inkml:trace>
  <inkml:trace contextRef="#ctx0" brushRef="#br0" timeOffset="101976">2282 13964 11135,'-8'-2'5125,"0"1"-3876,20-26 0,10-7-667,8 0-507,-6-4 1,3 1 19,23 2-313,-19 20 0,2 0-916,0 2 1,1 0 1133,11-1 0,-3 2 0,-3 2 0,-5 2 0</inkml:trace>
  <inkml:trace contextRef="#ctx0" brushRef="#br0" timeOffset="102219">3062 13651 20851,'0'-7'4576,"0"2"-3971,0 5-235,-3-61-230,1 46-157,-2-45-6,3 68 29,0 11-12,0 16 1,0-1-141,0-3 1,1 3-780,0 14-106,2-14 1,2 0-5182,5 14 6212,2-15 0,-2-15 0,-5-11 0</inkml:trace>
  <inkml:trace contextRef="#ctx0" brushRef="#br0" timeOffset="102393">3247 13197 19227,'-2'-7'4240,"1"2"-3972,1 5-951,0 0-1003,-38-16 1686,29 36 0,-29-30 0,38 35 0</inkml:trace>
  <inkml:trace contextRef="#ctx0" brushRef="#br0" timeOffset="102869">3445 13263 25606,'7'-35'53,"0"0"1,6-9-4,-5 77-16,3 19-23,-4-18 0,0 1-288,-1 3 0,0 1 274,-1 2 0,-1 1 0,-2-2 1,0 0 7,-2-4 1,0-1-6,-3 16 146,-3-7-62,-2-21 294,-2-3 8,-2-18-268,4-7 84,-3-17 382,7-3-472,1-9-22,9 0-57,6 2-5,19 3 0,-7 12-22,21 2 0,-17 11-1,4 3 1,3 2-45,12 9 30,-12-2 1,-2 2-9,10 17 11,-17-2-5,-10 21-6,-22-12 34,-13 15-28,-20-13-62,-15-7-31,24-18 1,-1-1-258,-2-2 0,1-4-1942,-27-8 2303,11-16 0,22 5 0,11-3 0</inkml:trace>
  <inkml:trace contextRef="#ctx0" brushRef="#br0" timeOffset="103352">4106 13236 20951,'0'-3'4280,"0"0"-3877,0 3-352,8 63-18,2-17-264,-3-4 1,0 2 246,3-3 1,-1-3 11,2 15-6,-5-12 1,-1 0 0,-1 0 194,-8 11-189,1-35 101,-5 7 179,5-18 151,1-2-274,1-7 439,0-16-451,0-7-20,4-16-53,4 3-21,6 5-46,4 6 12,10 4-56,5 7 28,0 2 5,12 8-5,-3 4 0,14 7-20,-22 3 0,-1 2-8,10 6 5,4 14 12,-31-3 22,-3 8 0,-20 5-6,-15 1 12,-18 0-29,14-21 1,-2-2-382,-3-1 0,-2-3 289,-1-2 1,-1-3-354,-3-3 1,2-4-1427,-16-13-4048,14-15 5914,33-4 0,6 10 0,6 8 0</inkml:trace>
  <inkml:trace contextRef="#ctx0" brushRef="#br0" timeOffset="103752">4985 13417 27186,'-21'27'13,"1"0"0,1 1 0,3 0-8,-2 12-21,5 19 4,10-30 12,11 19-5649,19-21 5649,-2-5 1432,17-3-1388,-15-15 833,0-4-793,10-22 5,-18-4-5,7-26-50,-17 13 83,-4-18 85,-6 3-90,-6 6 3319,-3 9-3380,-22 23-57,-2 12-22,-5 4-112,-2 10-1070,16 13 34,6-3 1176,22 15 0,0-24 0,11 5 0</inkml:trace>
  <inkml:trace contextRef="#ctx0" brushRef="#br0" timeOffset="104002">5654 13109 27430,'-56'12'37,"1"0"0,1 5 1,10 9-30,24 2 1,5 7-372,0 5 0,1 5 0,3-2 354,2 6 1,4 0-271,1-3 0,1 4 0,4-5 240,2-2 0,7-2-692,19 13 0,6-5 0,-14-24 0,2-3 731,11 6 0,5 2 0,-6-6 0,0-3 0,18 4 0</inkml:trace>
  <inkml:trace contextRef="#ctx0" brushRef="#br0" timeOffset="104585">6041 13473 25018,'8'-53'306,"0"0"0,5-3 1,5 9-229,11 22-11,18-6-5,3 16-45,4 9-17,0 14-11,-8 11 5,-15 3 0,-10 34-330,-26-6 328,-2-11 0,-4-1 87,-19 16-68,-1-17 0,-3-2 28,-11 5-17,14-14 1,2-2 16,-4 1-16,16-12-12,9-7 6,7-3 44,1-3 202,4 1-224,12-2-28,19-4-89,24-3-459,-20 2 1,2-1-61,6-1 1,1 0-1420,3-1 1,-1 1 69,-9 0 0,-1 1 1946,2-1 0,-5 0 0,-7 2 0,-3-1 0</inkml:trace>
  <inkml:trace contextRef="#ctx0" brushRef="#br0" timeOffset="104837">6782 13067 25203,'-1'-6'2565,"-1"1"-2330,2-25 0,2-5 85,1 14-301,-3-15 1,4 6 19,11 31-17,13 23-16,-4-2 1,3 5-836,6 12 0,-1 4 829,-3-5 0,-3 4-40,-3 6 1,-3 7 0,-4-1-216,-4 6 0,-6 2-229,-2-2 1,-3 3 0,-6-1-2794,-6-9 0,-6-2 0,-2-2 3143,-2-5 0,-1-1 0,0-4 0,-3 3 0,0-7 0,-8 5 0</inkml:trace>
  <inkml:trace contextRef="#ctx0" brushRef="#br0" timeOffset="126401">8170 10973 8830,'-52'4'2285,"0"0"1,4 0 0,8 1-1883,13-1 756,2 3-436,14-4-382,-1 1 506,8-3-439,2 0 35,2 1-387,4-1 185,5 2 39,14 0-12,16 0-55,19-1-143,-19-4 0,0-1-327,-5 1 1,2-1 284,5-1 0,5-2 0,-2 1-1311,7-1 0,1 0 1296,-12 1 0,3 0 1,1 1 30,8-2 1,2 1 0,-3-1-791,6 1 1,-1-1 762,-12 1 0,2 1 0,0-1-249,6 0 0,0-1 1,-2 1 264,6-1 1,1-1-21,-3 1 0,3 0 0,-1-1 0,-5 1 0,-1 0 0,-2 0-5,10-1 1,2-1-4,-1 1 1,5 0 0,-4 1 8,2-1 1,0 0-4,-4 2 0,3-1 0,-4 0 0,-5 1 1,-1 1 19,-7 1 1,1 0 0,-3 1 1,-1 0 1,1 1 8,14-1 0,0 1-190,-14 1 1,-3 0 186,19-1 674,-19 0 0,0 0-629,17-2-42,-16 1 0,1-1-408,-6 0 1,-2 0 382,20-2 208,-14 2 0,-3-1-202,0 1 288,-2-1 0,-2 1-306,-10 0 260,11 0-405,-25 1 2373,2-1-2233,-10-1 0,0 2 0,-1 0 0</inkml:trace>
  <inkml:trace contextRef="#ctx0" brushRef="#br0" timeOffset="127725">9496 11035 23254,'-13'-24'123,"5"16"-67,9 39 67,3 21 12,-2-1-68,-1-18 0,0 2 6,-1-2 0,-1 0 78,-2 26 6,-1-11 44,0-17 163,2-12 376,0-12-34,2-9-387,1-12-101,-1-17-39,0-17-112,-2 17 1,0-1-15,-1-3 0,0 0-119,-1 0 0,0 1 178,-3-25 11,2 14-5,2 18-56,1 13-90,0 9-45,1 9 50,2 20 35,3 15-24,1 8 1,-2-12 0,0 2-168,-2-3 1,0 0 172,0 10 1,-1 0-15,-1-1 1,-1-1-261,-2 5 0,-1-3-566,-3 12 846,1-17 0,1-5 0,2-16 0,-2 8 0</inkml:trace>
  <inkml:trace contextRef="#ctx0" brushRef="#br0" timeOffset="128382">8952 12683 25724,'15'-1'235,"-2"46"-235,-12 1 0,-2 5-613,0 0 1,0 2 514,-2 3 0,1 0-104,0-12 0,1 0-117,-1 8 0,1-1-362,4-2 1,1-3-564,2 14 511,4-15-686,-5-30-390,-4-19 1047,0-28 992,-1 3 464,-3-14 1,-1-4-87,0 10 0,1-1-18,-4-20 1,0 0-506,3 16 0,0 1 494,0-10 1,-1 2-54,2 11 1,0 0-1,-2-14 1,0 0-368,1 11 1,1 2-118,-1 4 0,0 2-2974,4-26 2893,4 32 339,12-16-614,22 14-67,8 4 124,4 7-443,5 16-1250,-4 34-2396,-6 13-570,-23-10 1,-5 1 4288,-4 14 1,-9-15-1,-4-25 1</inkml:trace>
  <inkml:trace contextRef="#ctx0" brushRef="#br0" timeOffset="128574">8969 12991 11049,'-4'0'8049,"1"0"-6229,3 0-1798,9-34-11,32 12-22,-8-20-23,10 25 1,2 6-23,-4-2-566,14-6 1,1-2-410,-11 4-1622,4-3 0,0 0 2653,-17 6 0,-4 1 0,14-5 0,-7 2 0</inkml:trace>
  <inkml:trace contextRef="#ctx0" brushRef="#br0" timeOffset="128742">9680 12619 14796,'2'-5'7444,"0"0"-3316,-2 5-4005,-10-14-100,5 18-7,-11-1-49,9 28-124,-2 13-347,3 8-936,3 1-38,5-10 1478,8 7 0,-6-34 0,5 8 0</inkml:trace>
  <inkml:trace contextRef="#ctx0" brushRef="#br0" timeOffset="128925">9781 12218 24251,'-32'-3'-6800,"9"1"6800,32 53 0,-4-30 0,0-1 0</inkml:trace>
  <inkml:trace contextRef="#ctx0" brushRef="#br0" timeOffset="129392">10037 12488 24777,'9'-45'668,"1"0"1,-2 5-1,-1 10-645,-6 24-107,0 8 61,1 4 35,8 27-1,4 5-14,-4-6 0,0 2-3,0-2 1,-2 1 10,0 2 1,-2 0-17,-1 0 0,-1 0 8,-3 2 0,0-1 20,-4 10 28,-5 1 78,1-31-33,-1-3 122,1-8 57,1-16-174,1-8-22,3-18-22,9-6-51,0 6 50,19-14-11,-5 22-16,12-8-12,-3 16-11,4 9 5,7 7-10,-5 8-34,11 12-23,-4 17-5,-5 6 11,-9 13 22,-21-6 17,-12-8 1,-24 8-7,-6-20-70,3-8 1,-3-3-81,-7-2-723,-18-12-3546,26-14 4442,0-5 0,14 4 0,10 4 0</inkml:trace>
  <inkml:trace contextRef="#ctx0" brushRef="#br0" timeOffset="129875">10790 12221 26861,'3'51'69,"-1"0"0,1-2 0,0-2-33,3-2 1,0-4-9,0 18-12,-2-18 1,-2-2 11,-7 8-5,-1 6-29,-3-12 34,2-16 140,3-12 129,3-10-90,1-14-100,4-12-57,-1-6 34,4-1 0,2-2 34,8-17-68,-5 15 0,2 1-5,10-12 6,0 13-29,-1 11-22,4 11 0,4 9-11,5 12 0,2 10-23,-2 12-16,-7 8 22,-9 4-6,-8 2 40,-11-1 22,-17-5-40,-17-7 1,-15-10-101,-10-11-140,-2-13-246,5-13-869,11-13-2795,17-13 4162,17 1 0,8 12 0,5 10 0</inkml:trace>
  <inkml:trace contextRef="#ctx0" brushRef="#br0" timeOffset="130232">11591 12307 26665,'-49'38'97,"-1"0"0,-1 3 1,8 0-121,14 9 12,14-14 0,4 0 5,5 11-27,22 7 38,17-30-10,15 3 5,7-13 28,-1-11 78,3-25-39,-21 2-2510,-14-10 0,-3-3 2566,-7-2 3,-4 2 0,-3-2 1480,-9-11-1482,-10-6 753,-12 10-877,-11 12 0,-6 13-51,10 10-782,-11 15-891,27 7 3021,-6 6-1297,25 7 0,-1-18 0,3 5 0</inkml:trace>
  <inkml:trace contextRef="#ctx0" brushRef="#br0" timeOffset="130482">12068 12062 22907,'0'-8'3780,"0"2"-3013,0 6 113,0 0-847,-46-31 34,19 49-59,-6-14 1,1 7-23,12 38 0,9 13-31,0-7 1,3 0-762,1 2 1,3-2 701,8-3 1,4-4-60,2-13 1,4-2-22,3 6 0,5-1-833,7-2 1,4-4-1396,-4-9 1,2-5 2411,2 0 0,-2-4 0,2-6 0,-14-6 0</inkml:trace>
  <inkml:trace contextRef="#ctx0" brushRef="#br0" timeOffset="130716">12572 12184 23903,'-3'-2'3557,"0"0"-2588,3 2-936,-15-5-27,11 22-17,-7 6-6,15 14-101,6 18-296,-1-4-3117,-3-10 1,-1 2 3530,1 18 0,-2-9 0,-4-34 0</inkml:trace>
  <inkml:trace contextRef="#ctx0" brushRef="#br0" timeOffset="131265">12988 12063 24402,'16'-19'2156,"-3"2"-1741,-14 10-85,-2 0-190,0 2 219,-6-4-253,4 4 219,-11-9-101,7 5-17,-8-7-200,8 5-7,-3-3 0,5 2 0,1 2 0,2 2 0,4 6 0,0 1 0,7 9 0,11 10 0,20 21 0,-12-12 0,1 2-479,4 7 1,-1 2 478,1 4 0,-3 3 0,-3 14 0,-5 0 0,-7-17 0,-4 0 0,-3 8 0,-10 0-813,-13-13 1,-8 0 0,0-4-2073,-2 3 1,-2-2 2371,-6 5 1,-6 2-1,6-7 1,-5-2-1,-2-1 1</inkml:trace>
  <inkml:trace contextRef="#ctx0" brushRef="#br0" timeOffset="135582">4541 12218 14359,'-4'-47'2322,"1"0"1,-1-4 0,0 7-1758,-1 8 132,1 4 1,0 0 36,0-4-140,-2-9-286,4 24-387,1 11-369,-1 8 146,0 12 369,0 17-11,0 20-48,1-15 1,-1 3-554,-1 4 0,0 0 542,0-7 0,0 1-113,-2 11 1,1 0 109,0 8 6,-2 8 12,4-19 38,2-25 325,0 1 303,0-14 653,0-6-1107,0-20 47,-2-11-238,1-27-22,0 25 1,0 0-362,0-26 364,1 24 0,1-1 50,1 6 1,0 0 97,1-27-5,2 8-73,-3 32-106,-2 11-477,0 10 438,5 24 66,0-6 6,7 30-5,-1-10 360,-1 0-366,2 21-22,-7-18-208,1 19-2234,-4-12 2464,1-9 0,-1-15 0,-1-12 0</inkml:trace>
  <inkml:trace contextRef="#ctx0" brushRef="#br0" timeOffset="136968">6067 11835 24150,'-9'-29'-611,"6"22"634,10 35-18,3 6-38,5 10-96,-2-4-453,1 12-1290,-4 3-2945,-9-23 1,-1 0 4816,-4 13 0,-1-8 0,0-24 0</inkml:trace>
  <inkml:trace contextRef="#ctx0" brushRef="#br0" timeOffset="137190">5868 12062 22032,'-18'-28'410,"9"5"-197,64 14-149,-22 2 0,2 0-424,12-3 1,4-2 373,10-2 0,0-1-413,-10 4 1,-2 0 177,-5 0 0,-1 2-1480,-9 3 1,-2 1 1700,7 0 0,-6 1 0,-16 2 0</inkml:trace>
  <inkml:trace contextRef="#ctx0" brushRef="#br0" timeOffset="137601">7108 11681 25130,'-62'-7'22,"1"23"-55,35 24-1,0 14 12,15-18-18,6 6 18,11-12 28,8 3 33,22-7-17,-6-12 40,20-6 100,-16-15 220,12-11-41,-15-7-16,-4-11-202,-17 9 129,-6-19-129,-7 14-83,-1-5 16,-10 9-90,-5 13-291,-23-1-660,-1 8-3138,-15 11 4123,14 4 0,16 2 0,13-4 0</inkml:trace>
  <inkml:trace contextRef="#ctx0" brushRef="#br0" timeOffset="138333">4594 12064 15575,'0'-8'3310,"-5"-24"0,-3-4-2330,-3 2-610,1-6 0,-1 1-46,-2 12 298,2 3-566,6 16-330,0 0 128,4 11 40,1 20 128,4 13-22,0 26-206,-1-27 1,0 1 205,0 2 0,-2 1 0,1-1 0,0-1 0,-2-3 0,0-2 0,1 21 11,-2-17 207,1-13 12,-1-12 398,0-9-399,1-5 373,0-19-518,-2-9 11,-1-24 40,-2-8-152,2 31 1,0-1 240,-3-26 0,0 16-128,0 19 21,2 10-145,0 10-168,1 2 73,1 11 123,1 8 0,1 16-6,2-3 207,4 27-229,2-16-420,7 17-421,-3-22 869,11 7 0,-15-29 0,6 8 0</inkml:trace>
  <inkml:trace contextRef="#ctx0" brushRef="#br1" timeOffset="146033">4613 12108 23103,'-1'-50'916,"0"-1"1,-1 3 0,-1 9-441,-1 23-174,-1 1-128,0 9-129,2 4-62,-1 5 45,0 7-17,-3 14-5,-3 18-6,-3 18-277,6-24 1,-1 1 270,1 2 1,-1-1-12,0-2 0,1-1 17,-6 24 0,3-17 6,5-17 39,3-12 67,2-9 61,3-10 486,6-12-592,8-17 45,4-18-224,-8 19 0,-2-2 176,0-3 0,-1-2-443,-1 0 1,-3-1 450,0 3 1,-2 2 140,-1-22-34,-3 22-83,-2 21-96,-2 10 262,-1 11-296,0 10 928,-2 17-900,-1 18-2,4-18 0,0 2-220,0 3 1,0 2 232,0 0 1,0-1-17,0-1 0,0-1 5,-3 26-5,1-21-12,1-3 40,4-24 17,-2 1-12,3-13 29,0-20-35,1-12 1,2-29-9,-2 22 1,0-2-182,1-6 0,-2-1 178,0-1 1,-1-1 5,-1 5 1,-1 1 66,-5-20 1,0 23-73,2 22-6,1 11 0,2 6-46,-1 14 30,0 27 16,1-2-3,1-2 0,1 3-8,0 0 0,1-1-1280,0 1 1,1-2 1290,0-1 0,0-2-11,4 11 0,2-23 22,0-3 12,-2-11 10,0-11-16,1-16 3397,1-16-3401,0-23-13,-5 20 0,-1-1-170,0 6 1,-2-1 169,-1-16 0,-1 1 0,0-3-3280,-2-12 3280,4 43 0,-1 14 0,1 14-12,0 12 1,5 20-1010,-2-1 0,1 2 1032,1 22-11,-1-12 0,-2 0 857,-3-17 1,-1-1-861,1 7 0,-2 0-8,0-7 0,-1-2 0,-3 16-6,4-18 34,2-16 3143,1-15-3160,3-18 0,0-21 0,0 11 0,0-4 239,0-7 0,0-2-239,-1-3 0,0 0 0,0 2 0,0 1 0,-1 7 0,0 2 0,0-10 0,-2 21 0,-1 16 0,0 10 0,-3 13 0,3 2 0,-4 39-12,4-22 1,1 3-196,-1 7 0,0 1-71,1-6 1,1-1-2050,2 1 0,2-4 1568,4 11 1,-2-8 0,1-18-1</inkml:trace>
  <inkml:trace contextRef="#ctx0" brushRef="#br1" timeOffset="146633">6002 11974 24267,'-46'-11'420,"8"2"-420,38 9-11,3 0 39,0 0 73,9 3-56,-1-2 140,35 1-129,-15-3-26,3-1 1,4-2 0,1-3 0,-1-1-567,1-1 0,0 0 552,-1 0 1,-2 0-2960,23-9 3005,-36 12 151,4-3-146,-23 7-280,-3 2-717,-23 6 182,-6 3-2960,-20 9-410,11-4 4118,0 2 0,24-10 0,0-1 0</inkml:trace>
  <inkml:trace contextRef="#ctx0" brushRef="#br1" timeOffset="147123">6057 11905 14869,'0'-7'7797,"0"2"-6736,7-26 0,2-6-574,-3 16-291,3-17 1,0 4 380,-7 27-258,-1 4-229,0 1-102,-1 8 29,0 2 45,1 32-51,2-11 6,-1 5 0,0 3-9,2 1 0,0 0-281,-1 2 1,0 0 277,2 6 1,-1-1-3,-1-12 0,0-2-14,0 14 33,0-5 12,-1-19 94,-1-5 320,0-7-420,0-27 28,-1-22-6,0 1 1,1-3-32,-1 8 1,0-1-97,-1-14 0,1 1 125,-2 16 0,0 1 22,-1-6 0,1 2 103,-5-19 51,0 19-190,4 19-29,-1 9-77,3 7 27,-1 8 834,1 13-784,1 5-5,1 8 0,0 2-11,1 24 14,0-24 0,-1 1-3,1 5 0,-1-4-6,0 1-3,0-2 1,0-2-70,-1-5-476,0 10 72,1-25-1311,0-4-5298,2-12 7091,1-5 0,0 1 0,-2-1 0</inkml:trace>
  <inkml:trace contextRef="#ctx0" brushRef="#br1" timeOffset="147600">5865 12041 25057,'-58'-2'566,"17"1"-403,63-3-68,19-3-65,-11 1 1,3 0-512,5-1 0,2-1 495,3 1 0,0-1-9,-10 3 1,0-1 8,12-2 0,-3 1 216,5-2-207,11-1-6,-34 5 95,-13 4 246,-11 0-235,-10 1-100,-16 2-18,-21 5-5,16-2 0,-3 1 229,-3 1 1,-1 1-219,1-1 1,1 0 16,-25 5 14,20-4-25,19-4-39,13-2-62,7-1 134,18-1 12,14-4-62,29-4-180,-3-3 188,-17 2 1,2-1 8,-3 0 0,0-1-17,-2 1 0,-1-1-17,-1 1 0,-4 1-123,0 0-101,-13 4-3187,-4 3 3428,-7 5 0,0-3 0,-3 3 0</inkml:trace>
  <inkml:trace contextRef="#ctx0" brushRef="#br1" timeOffset="148641">7056 11791 15137,'0'-8'5210,"0"1"-3328,0 7 1395,0 0-2801,-35-44-96,25 32-88,-27-33-91,32 44-100,-2 1-67,-6 3-1,-8 5-16,1 1 22,-23 17-44,11-6 16,-10 11-17,16-5 12,10 1 5,9 2-11,10 3 11,10 2-11,9-1-22,9-1 27,5-4 7,3-6 10,1-6 6,1-8 22,3-8 23,3-11-1727,-17-2 0,0-1 1693,11-8 2,-13 3 0,-2-1 88,1-10-6,2-12-17,-9-1 46,-9 1-1,-9 7-62,-13 4-33,-12 7-33,-29 2 16,11 9-28,8 8 0,1 2 3389,-8 3-3400,-7 6 0,8 5 23,4 6-46,2 4 23,9-2-5,-12 16-1,13-7-16,-8 17-1,13-4-5,6 0 28,10-2-22,12-3 16,21 0 12,-3-14-17,28 0 5,-9-17-5,16-3 5,-2-11 14,-27-2 1,-2-2-9,11-7 23,6-16 10,-23 6 12,1-13 0,-7-5 11,-10 0 33,-5 4-33,-11 8-33,-9 9-18,-12 7-16,-12 9 11,-20 9-5,16 6-1,12 4 0,1 2-16,-7 12 16,-6 11 12,5 6-51,5 15 0,12-5 29,7-3-52,12-4 1,12-14 11,10 4 34,17-8 27,21-11-5,-15-8-5,17-11 22,-27-9 22,4-11 67,-4-19-55,-11-4-7,-4-2 24,-9-10-3375,-6 2 3307,-1 11 0,-7 0 0,-11 32 0,-2 5-91,-23 11-279,11 10 370,-17 14 0,0 1 0,15-6 0,-1 1 0,0 1 0</inkml:trace>
  <inkml:trace contextRef="#ctx0" brushRef="#br1" timeOffset="166915">345 10847 19484,'-6'-54'1525,"1"1"1,-1 5-1,2 10-1183,4 23 67,0 8-527,-2 5 112,5 15 29,0-1-23,9 26-6,3 16 40,-3-9-60,-4-4 1,-2-2 14,-2 0 22,0 10-5,-3-28 308,0-11-158,0-7 108,0-16-129,-1-6-7,-1-18-44,0 6 84,-1-27-106,1 27 16,3-3 1,2-1-51,5 1 5,9-12-16,4 19-22,7 9 16,-3 8-6,19 5 12,-12 11-78,15 7 16,-19 4-6,4 23 1,-19-15 19,-4 5 0,-2 2 43,-7 1 10,-3 11 68,-2-24-12,0-12 135,2-5-23,-2-14-123,2-4 12,1-15-51,4 7 67,13-17-56,-4 21 0,20-16-22,-10 22-11,11-3-17,-4 11 5,-6 4-50,4 8-67,0 14-6,-1 6-84,1 14-50,-9-3 112,-6-7-168,2 1-208,2-13 219,3-5 72,7-10 175,-7-10 89,11-21-11,-15 10 173,12-28-89,-18 25 190,3-20-44,-9 25-12,0-4-89,-2 13-90,-1 4-168,0 1 106,3 6 23,1-1-17,8 7 6,-1-4 27,6 2 1,-2-5-17,2-2-17,-3-3 44,8-12 29,-7-4 28,5-11 45,-10-2 5,-4-1-45,-6-1 12,-5 3 11,-4 5-40,-5 6-38,-5 9-35,3 4 24,-15 15-46,8 6-5,-5 6-17,0 21 5,16-19-44,-3 27-185,23-7-173,8 1-281,14 2-499,6-15 360,-6-12-2012,23-5 1502,-15-14 822,18-9 556,-23-4 801,6-20-360,-22 13 1015,12-29-493,-18 19 16,4-14-100,-7 13-146,-2 5-442,-2 10 313,-2 4-498,-2 8-202,0 0 45,1 16 17,3 4-28,1 17-34,0 3-39,-1 3 11,-2-1 45,1-8 51,0-9 72,0-11 39,2-7-10,0-12 10,4-7 23,2-10 5,1-5 1,0-3-1,1 1 0,-1 5-50,1 6-61,-3 8-34,-1 7-29,1 4 7,1 7 22,2 5-12,1 8 6,-1 6-5,-3 2 11,-3 1-12,0-5 18,-2-7 22,1-7 22,-1-4 11,3-9 12,1-5-1,4-10 7,3-6 4,1-6 1,2 1 6,5-2-79,-7 13-12,3 3-10,-11 12 0,-1 3-29,6 8-10,-2 5-63,5 10-100,-3 5-168,-1 5-296,1 2-416,3 0-671,12-3 1377,-7-12 22,14-7 376,-10-16 252,7-6 219,-1-10-152,-9 3 633,5-14-397,-12 10-62,3-6-6,-10 10-100,-4 8-270,-3 5 23,-2 5-56,-8 12-78,-1 6-23,-7 15 6,4 1-28,5 2-23,10-5-22,8-4-17,12-7 68,7-8 22,2-5 33,0-11 56,-4-6 62,-6-9 73,-7-8 11,-7-6-17,-8-5 12,-7-3-34,-7 4-17,-6 4-56,-4 9-62,-1 8-112,2 8 12,8 5-415,-3 12 135,11-2-2135,-5 23-5275,8-3 7740,1 9 0,3-17 0,0-9 0</inkml:trace>
  <inkml:trace contextRef="#ctx0" brushRef="#br1" timeOffset="167590">2556 10648 26799,'6'-58'-56,"9"19"-11,13 55-67,11 9-6,4 3 5,-3 3 23,-7-1 67,-11-7-44,-6 5 128,-11-17 62,-8 6 44,-8-12 40,-10-1-95,4-5 207,-8-8-113,12-3-77,-3-5-68,10 2-101,6-2 6,4 6-252,21-8 135,-6 11-354,29-7-296,-4 7-258,14-2 510,-12 3-605,11-3 1176,-28 3 408,8-4 315,-22 3 111,-7 1-83,-6 2 123,-6 0-661,2 3 100,-8 0-139,4 1-135,-2 0-56,4 1-33,2 9 16,1-3-117,7 13-163,6-2-173,12 6 5,8-2-3212,12-4 3694,-14-9 190,15-6-44,-29-7 280,13-9 123,-18-3 195,0-12-480,-7 11 3844,-2-9-3917,-2 19 150,-2-4-160,1 10-181,-4 1 0,-3 11 0,-11 25 0,3-3-23,3-1 0,0 5-355,3 6 0,2 0-445,1-6 0,0 1 823,1 5 0,2 4 0,0-8 0,1 1 0,0 20 0</inkml:trace>
  <inkml:trace contextRef="#ctx0" brushRef="#br1" timeOffset="168316">3958 10516 24665,'0'-23'353,"-6"5"-364,-6 19 11,-27 8 22,12-3-11,-7 0 0,-2 0 6,-5 0 11,-8-1 51,21-4 44,17-1-78,4 0-51,4 1-78,3 0 73,0 2 0,0 2 44,-2 14-33,-2 4 11,-4 16-11,0-10 6,-4 22 11,6-24-23,-2 33 1,10-27-40,8 13-129,12-14-313,15-8-711,13-7-1844,9-8-1954,-8-9 4996,0-6 0,-32 2 0,-1-1 0</inkml:trace>
  <inkml:trace contextRef="#ctx0" brushRef="#br1" timeOffset="168841">4134 10621 24407,'9'-57'426,"2"10"-387,6 37-50,2 3-28,2 4-34,2 4-11,2 7-34,-1 6 46,-5 1-130,3 14 84,-13-6 79,0 5 34,-10-2 77,-16 0 1,-2-3 78,-10 0 96,5-13 83,4-5-134,6-4 359,4-2-252,7 0-91,0-1-105,3 1-124,11 0-33,6 6-6,14 3 5,1 6-44,0 5 0,-8 2 28,-8-1 22,-7 0 28,-14-2-11,-8-3-134,-13-4-438,-8-4-963,-7-4-2928,-1-8 4491,7-1 0,14-1 0,10 2 0</inkml:trace>
  <inkml:trace contextRef="#ctx0" brushRef="#br1" timeOffset="169240">4464 10484 18593,'0'-3'5182,"0"0"-2679,0 3-2267,-16-13-80,13 9-72,-10-11-50,16 13-28,12-7-12,1 4 23,6-2-23,15 6-22,-7 10 11,18 6-5,-7 9-6,-9 0 17,12 18-12,-21-6-16,5 18 6,-19-6 21,-15-1 7,-9 1 5,-4-13 28,-20 11-6,9-18-55,-18 6-225,8-17-201,9-8 459,-18-7 0,34-2 0,-13-3 0</inkml:trace>
  <inkml:trace contextRef="#ctx0" brushRef="#br1" timeOffset="171108">4411 10475 22923,'-28'-7'381,"5"2"-274,25 5 49,11 2 130,5 0-56,13 1 61,11 0-207,-13-1 224,17-2-168,-29 0 129,16 0 56,-9-4-241,-4 2 67,4-2-33,-14 3-101,-2 0 44,-4 1-22,-3 0-11,-2 3 51,1 8-46,-1-2 57,1 15-12,2-3-27,0 9-29,2 5 51,4 13-34,2-3-28,-1-1 34,4 9 11,-6-17-33,1 7 38,-4-8 68,-4-3-56,-2-6 112,-3 6 44,-4-17 23,-4 2 45,-10-2-157,-6-6-90,-1-1 18,-11-3-7,7-5-16,-7 2 33,3-4-38,11 0 21,1-2-33,10 0 17,-4-3-17,10 5-34,-8-3 6,11 5 17,0-2-11,5 2-639,1 0 538,5-1 61,1 1 29,7-1 10,-1 1-16,11 0 33,3-3-5,22-7-6,-1-4 12,11-9-40,-21 5 34,2-8-6,-15 5 17,2-7 90,-9-3-68,-8 4 17,-6-2-50,-2 10 17,-3-3 22,-2 0-34,-2-5 0,1 5 29,-1 0-46,0 9 1,0 1 16,-7-6-10,5 9-12,-18-12 39,0 7-34,1 0-10,2 2 38,7 3-27,6 2-12,-2-2 1,8 6-1,2 2-27,0 0-7,-6 1 29,-5 1 11,-10 3-22,-1 1 27,4 1-10,8-2-6,8-3 16,4-1-5,1 0-78,4 0 16,-1 0 57,7 0 16,7 0-6,10 0 1,3 0 11,29 2-6,-12 3-603,-12 0 1,-1 0 579,9 7-210,9 14 194,-26-4 5,6 14 29,-22-3 0,-13 3-18,-9 2 12,-11-2 12,2-9 1145,-10 4-1146,-3-5 81,-1 0-551,-1-2-23,15-12-3646,1-4 4128,11-5 0,0-1 0,7-2 0</inkml:trace>
  <inkml:trace contextRef="#ctx0" brushRef="#br1" timeOffset="171474">4967 10638 25690,'8'-10'-16,"-1"3"-208,16-5-1,-6 7-1500,31-4-2559,-8 6-4746,6-2 9030,-18 5 0,-20 0 0,-4 0 0</inkml:trace>
  <inkml:trace contextRef="#ctx0" brushRef="#br1" timeOffset="171690">4978 10769 25326,'26'-6'364,"-6"3"-386,15-7-84,-6 3-197,5-1-481,-3 2-3781,-3 1 4565,-10 1 0,-4 1 0,-10 1 0</inkml:trace>
  <inkml:trace contextRef="#ctx0" brushRef="#br1" timeOffset="172299">5353 10531 27751,'-8'-31'689,"2"6"-616,6 25-118,0 0-56,-1 5 28,0 6 62,-1 13 6,1 14-1,0 8 17,1 7-16,0-3-18,0-2 23,0 2-5,0-20-1,1 1 34,-4-7-39,2-13 22,-3 8 39,3-17 299,1 0-349,0-8 0,0-7 0,0-15 0,0-13 0,0-12 0,-1-3 0,-1 2 0,-1 6 0,-3 8 0,-1 3 0,1 11 0,1 5 0,3 11 0,0 6 0,1 2 0,0 1 0,1 9 0,6 8 0,4 15 0,5 9 0,0 9 0,-4 4 0,-5 2 0,-5-3 0,-5-5 0,-1-7-253,-4 4-795,4-15 1048,-2 17 0,5-32 0,0 6 0</inkml:trace>
  <inkml:trace contextRef="#ctx0" brushRef="#br1" timeOffset="177115">2128 16890 14006,'0'-6'7024,"0"1"-5310,0 5-667,-2-63-27,1 39-934,0-10 1,-1 3-14,1 23-219,0 7-268,1 2 207,0 9 235,2 11-23,3 16-38,3 26 38,-2-5 7,-2-2 10,-3-13 34,-2-18 6,0-4 733,0-9-447,0-18-298,-1-2 180,1-36-124,1 14-17,1-4 1,2-3 50,6-22-297,2 0 193,1 18 1,1 1 24,5-4-44,11-12 6,-6 30-51,2 12 16,15 12 18,-12 6-23,23 17-28,-13 7 25,-15-7 1,0 2-213,-2 2 0,-3 3 221,-3 1 0,-2 1-17,1 30-130,-7-6 141,-8-14 291,0-16 95,-1-15-274,1-11-16,1-15 399,0-11-461,4-16 167,5-8-176,1 20 1,2 1 8,6-11-12,13-4-5,-6 28 11,6 1-27,4 9-12,0 10 0,4 10 5,0 11 6,-1 8 1,-4 5-1,-3 1-3375,2 2 3392,-12-15-41,14-1 47,-19-18 33,16-7 0,-7-12 12,7-13 72,5-24-89,-13 13 36,-8 4 0,-2 0-31,-4 5 3408,4-20-3290,-11 25 192,0-2-203,-6 11-68,-1 4-56,-3 6 12,-2 2-62,-2 2-39,-15 15 44,5-3 9,-3 11 0,2 3 26,3 3-10,2-1 1,3 3-36,7 22-68,10 1 22,7-5-346,33-6 190,-14-24-113,5-5 1,4-3-154,-5-8 0,2-3-12,11-3 0,3-5 163,12-7 0,-2-5-545,-11 1 0,-2-3 1065,2-6 1,-6 0 53,-2-10 275,-12-9 297,-17-2-527,-3 10 587,-6-19-335,-5 37-325,-1-5 51,-1 20 1694,2 5-2131,0 8 111,2 9 40,0 14 34,2 0-7,3 16 7,3-5-6,1 12-12,-2 9 23,-1-16-11,-3-7-11,0-20 44,0-14 51,3-6-34,3-14 6,11-27 11,2-4-23,-9 17 1,1 0 22,10-15-22,-7 14 10,4 3-83,-7 19 11,5-2 11,-7 12-27,17 13 32,-11-1-27,23 29 17,-18-9-1,9 20 12,-13-17-28,6 13 5,-12-25-61,21 12 50,-10-27 34,6-5 22,2-19 34,-3-11 2,-8 2 1,0-3 25,13-20-34,-16 19 1,0 1 4,10-12-21,-5 9-12,-6 13-22,-7 8-51,-5 10 57,2 10 21,2 11 12,4 15-33,2 8-1,1 5-22,4 1 17,-1-12 11,23 1-22,-1-23-1,8 0 18,6-19 33,0-24 8,-27 9 0,-1-2-159,2-9 0,-4-2 190,-7 0 0,-4 1 0,6-20 96,-8-10 128,-12 5-156,-18-2-135,-1 14 0,-25 17 0,15 21 0,-24 8 0,1 20 0,3 7 0,11 6-68,18 12-195,17-16 50,4 7-1377,28-4 323,-5-19 1267,7-2 0,1-2 0,-11-5 0,13 1 0</inkml:trace>
  <inkml:trace contextRef="#ctx0" brushRef="#br1" timeOffset="178075">4837 16616 23898,'-1'-35'711,"-1"-1"0,-1-21-565,3 53-253,-2 4 68,1 4 39,-2 12-11,-2 13-6,-2 16 12,0 8-1,3 0 6,8-6 6,9-10 38,11-10-4,12-14 5,6-11 45,6-15 16,-2-10-11,-11 0 174,-14-5 0,-3 0-118,-5-1-39,-3-3 0,-5-2 73,-19-6-17,-9-14-51,-14 6-49,-10 9-1,-5 14-34,-2 12-38,4 18-12,6 9-56,8 14-140,7 6-531,8 6-1648,8 3 2392,15 8 0,-1-24 0,6-1 0</inkml:trace>
  <inkml:trace contextRef="#ctx0" brushRef="#br1" timeOffset="178465">5479 16427 27359,'-21'-29'-51,"0"-1"1,-3-3 56,45 74-3,-7-13 0,2 2-40,1 5 1,-2 0-232,-2-6 0,-1 1 50,1 15 0,-3 1 92,-5-11 0,-2-1 123,2 1 0,-3-1 191,-7 14 103,-3-37-5,-4-4-101,0-17-101,4-1 22,3-30-61,9 6-62,8-18-78,14 9-174,9 6-135,7 8-582,4 7-879,2 5-2481,2 2 3514,2 1 1,-23 7 0,-3 2 0</inkml:trace>
  <inkml:trace contextRef="#ctx0" brushRef="#br1" timeOffset="178791">5990 16447 13637,'4'-8'7191,"-1"0"-4995,-3 8-1277,0 0-223,-27-1-713,22 16 17,-17-7 358,36 18-403,13-9 1080,17 1-1287,14-7-1595,-16-10 0,1-2 1830,16-3 62,-19-3 0,-3-4 224,-1-12 145,0-12 230,-12-8 146,-10-1 184,-8 0-883,-5 18-91,-4 5 0,0 18 0,-2 5 0,-7 32 0,4-6 1486,-2 7 1,-1 4-1487,3-6 0,1 2 0,-3 13 0,1 1-518,2-10 0,2 3-295,3 4 1,2 6 0,3-1 648,4-4 1,2-1-1,0-1 1,-3 15-1,1-4 1,5-12-1,0 0 1</inkml:trace>
  <inkml:trace contextRef="#ctx0" brushRef="#br1" timeOffset="179082">6860 16660 24508,'46'-15'-253,"0"-1"0,0 1 0,0 0 0,4-3 0,-2 1 1,0 4-1222,-3 9 1,0 3 0,-4 1 529,4-1 1,-3 0-1,-3 1 1,-4 0 0,4 0-1</inkml:trace>
  <inkml:trace contextRef="#ctx0" brushRef="#br1" timeOffset="179248">7259 16866 20559,'-42'15'1499,"-1"0"0,5-1 1,9-3-945,20-8-275,14-1-168,19-7-224,27-7-300,-13 3 0,2-1-301,-3 1 0,1 0 713,20-6 0,-3 2 0,-14 4 0,19-5 0</inkml:trace>
  <inkml:trace contextRef="#ctx0" brushRef="#br1" timeOffset="179840">9083 16223 21299,'0'-5'3898,"0"1"-3444,0 4-515,-64-38 33,22 40-420,-8-14 0,-3 5 428,16 20 1,2 7 13,5-6 1,-1 0 10,-16 8 1,0-2-69,-7 1 150,18-8 0,3 0 254,5-6 12,16-4-224,9-3 134,3 0-3009,0 10 2758,0 0 143,0 44-88,-3 4-53,1-11 0,0 3-274,-1-2 1,0 1 259,0 3 0,2 0-25,1-1 0,3 0-1,2-1 1,5-2-17,4-3 0,6-2-151,6-2 0,7-3-664,8-3 0,6-3-4059,6-3 1,1-4 3965,-11-7 0,-3-3 0,19 2 1,-42-13-1</inkml:trace>
  <inkml:trace contextRef="#ctx0" brushRef="#br1" timeOffset="180897">22305 16429 22705,'-46'-10'407,"1"0"0,4 0 0,10 5-278,22 5 50,6 1 112,5 0 213,11-1-106,19 0-258,27 1-81,-21-1 0,2 0-26,-6 0 1,1 0 75,9 0 0,-3-1 59,-2 1 0,5-1-84,-32 0-95,-10 1 0,-2 1 50,0 10-22,0 6 0,1 15-6,1-4-5,1 18 22,3 4-161,-2-17 1,1 4 146,4 11 0,2 1-409,0-5 0,0-1 409,3 9 0,0-3-11,-5-17 0,-1-1-17,0 4 0,-4 1-247,-7-3 1,-5 0 257,-1 1 1,-7-1-21,-20 6 1,-7-5-48,13-14 0,-3-4-143,-10 1 0,-6-5 213,5-7 0,-3-4 0,6 0 0,-11 2 0,2-2 0,0-1 0</inkml:trace>
  <inkml:trace contextRef="#ctx0" brushRef="#br1" timeOffset="183691">9395 18018 18952,'3'-43'1174,"-1"0"1,2 5-1,-3 9-854,-6 21 83,2 6-375,1 2-90,-5 8 79,-6 11-28,-9 17-45,-6 15 45,6-7-48,9-9 0,2 0-64,5 9 33,8 15 45,17-25 113,18-16 44,13-14 39,9-20 3,-28 3 0,-1-4 84,-2-1 0,-1-4 378,15-23 5,-17-3-122,-16-1-135,-21-3-145,-12 4-51,-14 5-118,-5 11-72,-4 13-6,-1 10-123,5 12-208,9 7-649,14 12-4425,12 8 5433,11 1 0,1-11 0,2-7 0</inkml:trace>
  <inkml:trace contextRef="#ctx0" brushRef="#br1" timeOffset="184115">11498 18010 22143,'2'-52'1107,"0"-1"0,-1 6 1,0 9-901,1 20 372,-2 9-562,0 9 58,0 7-92,0 10 27,-1 16-66,-1 17-65,0-19 1,1 1-499,-1 4 1,1 1-2569,0 2 0,0 0 2531,2-4 0,0-3 0,-1 11 0,3-20 0</inkml:trace>
  <inkml:trace contextRef="#ctx0" brushRef="#br1" timeOffset="184731">13468 17880 14253,'-2'-4'7757,"1"0"-5449,1 4-1692,-6-65-207,5 44-289,-2-16 1,1 6-138,4 26 34,-1 3 0,5 2 5,13 1-5,34 1-34,-8 1 17,-5 0 0,4 2-11,-5 3 0,-1 1-132,-7-3 1,1 2 72,6 5 0,-3 4-66,-9 12 86,-15 25 39,-29-2 2,-3-18 1,-3-3 2,-19 13-14,14-20 1,0 1 13,3-3 1,1 1 10,0-1 1,2 1 5,-13 13 6,22-17 50,13-14 130,10-3 61,28-3-225,-2-2-147,1-3 0,5-1-82,5-2 0,1 0 0,-9 1 0,2 0-905,19-3 1,1 2 821,-12 3 1,-4 1 0,18-3 0,-5 2 0</inkml:trace>
  <inkml:trace contextRef="#ctx0" brushRef="#br1" timeOffset="185366">16415 17818 20487,'-46'-27'1084,"0"1"1,8 3 0,9 0-693,18-10-258,15 11 62,12-1 28,22 3-112,9 3-98,-15 9 0,2 2-1554,29 0 1540,-11 6 11,9 8 43,-14 7-65,9 11-31,-26-8 0,-3 3-87,10 16 67,-8-1-11,-20 0 40,-17-7 16,-13 13 56,-6-11 1208,-9-1-1046,8-15-38,8-6 671,2-4 1,9-4-219,2-1-488,4-1-32,2-1-91,6-1-16,2 0-11,27-1-18,1 6 29,22 6 11,-5 8-28,-13 2-78,3 5-1,-17-2-105,-2 13 133,-19-1 62,-19 6-22,-9-14-185,-25 5-821,15-18 1,-3-3 637,-3 0 1,1-1-1,-22 4 1,24-10-1</inkml:trace>
  <inkml:trace contextRef="#ctx0" brushRef="#br1" timeOffset="185923">18820 17767 20968,'-2'-6'4223,"1"2"-3640,1-57-213,1 41-157,-1-43-213,1 58-157,0 6 39,-2 7 124,-1 10 16,-4 15-16,-2 8-12,1-4-55,1 17 55,8-18 6,10 14-33,13-17 83,14-8-5,13-11 22,6-13 6,-12-7 64,-15-6 0,-2-4 188,5-13 56,10-16-17,-18 7-23,-8 7-94,-6 8-107,-6 10-90,-4 7-235,-2 5 129,1 16 12,3 5-147,3 19-352,7 5-95,0-6-4278,1-7 1,0-3 4037,0-1 0,6 8 0,-16-29 1</inkml:trace>
  <inkml:trace contextRef="#ctx0" brushRef="#br1" timeOffset="186524">20543 17682 22263,'7'-11'2968,"-2"2"-2537,-5 9 79,0 0-432,-5-8-50,-1 6 56,-30-5-44,-4 8-21,8 1 1,-2-1-31,-25 1 16,11-1 12,16-1 5,16 2 1,10-2-57,5 0-22,1 1 11,0 3 85,1 6 27,0 9-78,2 6 27,-1 8 7,-2 3-6,-7 4 11,-1-8-62,-14 13 17,5-17 28,-4 7 68,11-18 229,5-8 173,4-6 35,2-2-203,3-7-218,4-3-67,8-10-33,11-4 10,0 3 3,1 7 1,3 1 2,30-3 17,0 2-17,-26 10 1,-2 2-23,8 10-1,10 8-21,-7 9-40,-5 6-45,-9 4 1,-12 2-6,-19 2 55,-9-9-131,-12-7 1,-6-3-771,-23 4-409,13-8 1,-3-4-2821,6-8 0,1-3 4198,-21-9 0,23 1 0,17-2 0</inkml:trace>
  <inkml:trace contextRef="#ctx0" brushRef="#br1" timeOffset="186741">20831 17610 25651,'61'-6'702,"0"-1"0,-5 0 0,-5 1-417,-1-1-145,-4-1-106,-3 0-17,-1 1-96,-2 1-240,-2 3-745,-7 1-2352,-7 7 3416,-10 1 0,-7 0 0,-5-2 0</inkml:trace>
  <inkml:trace contextRef="#ctx0" brushRef="#br1" timeOffset="189457">16560 16716 18274,'-2'-51'1576,"0"0"1,-1 0 0,1-14 0,0 10-1129,4 8-140,0 23-314,-1 13-430,0 6 385,0 18 118,2 11-5,2 37-57,-3-29 1,0 0-183,-1 10 1,-1 1 170,-2-7 1,0-2 5,-2 20 11,1-20 0,0-2 0,0 3 12,1 8 89,1-26 370,1-9 50,0-9 28,0-12-515,0-2-11,0-21 33,0-24-48,0 27 1,0-2-263,0-9 1,0 0 295,1 7 0,0 3-19,1-20 100,1-6-67,-2 30-67,0-4-33,0 23-253,-1 14 777,1 13-524,8 35 38,-3-9 0,0-2 1,-1 1 0,-3 3 2,-1 1 1,-1 3-373,-4 14 350,2-20 0,-1 0 19,-3 8-16,3-16 50,1-17 135,1-9 218,1-14-297,1-12 269,0-16-325,3-15-33,-2 17 0,0-1-282,0-5 1,1-2 297,0-2 1,0-1-4,0 0 1,-1 0 8,0 3 0,0 1 5,-1 5 1,0 3 17,0-11 100,-1 10-190,0 23-68,0 5 46,0 19 27,0 22 34,0 5-927,-4 8 0,-2 4 909,0-18 1,0-1 0,0 6-1,-1-3 1,-2-4 0</inkml:trace>
  <inkml:trace contextRef="#ctx0" brushRef="#br1" timeOffset="224644">12424 7920 22895,'-52'18'17,"-1"0"0,1 9 0,11 8-54,26 4 1,8 4-1433,-7 13 0,1 3 1168,5-17 0,-1-1 0,2 1-308,-1 1 1,0 0 0,1-1-510,-3 20 1,-1-2 419,1-6 1,0-3 734,0-7 1,-1-3 49,-1-10 0,-1-3 193,-8 6 1579,-12-15-963,12-24-66,-6-11-63,15-20-101,7-10-83,13-6-191,8-1 715,10 3-1039,11 2-74,-14 25 0,4 1-14,5-2 1,3 1-279,6-1 1,2 2 210,4-1 0,1 1 22,0 0 1,1 1 19,-3 2 1,-2 0-188,-5 2 0,-2-1 265,-6 3 1,-2-1-23,15-12 101,-16 8 454,-5-6 162,-13 11 551,3-6-518,-7 9 542,-2 5-1044,-2 3 327,-2 3-581,0 12 169,0 7-157,0 17-67,0 7-281,0 7-997,-3 5-2413,0-2-2947,-1-12 5840,0-3 0,3-24 0,0-1 0</inkml:trace>
  <inkml:trace contextRef="#ctx0" brushRef="#br1" timeOffset="224819">12972 7875 20722,'0'-7'3036,"0"1"-3036,0 6-2067,0 0-2817,-10-14 4884,8 27 0,-8-23 0,10 26 0</inkml:trace>
  <inkml:trace contextRef="#ctx0" brushRef="#br1" timeOffset="225286">13215 7935 25819,'31'-8'168,"-5"28"-137,-22 9 0,-5 6-288,-1 8 1,-1 2 267,-5 10 0,-2-2-6,2-16 1,-2-1 5,-4 9 1,0-3-1,-3-1 177,0 0-76,5-15 308,7-14 6,2-9-124,5-20-251,0 3 290,2-14-251,12-18-29,5 7-27,-1 6 0,2 0-18,13-6 7,0 5-34,-5 16-1,-6 13 12,15 7 0,-11 6-28,20 26 17,-28-11-6,10 25-39,-23-9-3347,-14 11 3375,-15-1-576,-3-21 0,-2-3 430,-13 7-151,10-14 1,0-3-1105,-4-6-2430,1-5 3859,14-18 0,12 7 0,6-9 0</inkml:trace>
  <inkml:trace contextRef="#ctx0" brushRef="#br1" timeOffset="225770">13858 7853 17311,'2'-3'5920,"0"0"-4217,-2 3-1294,9 51-280,-7-9-1057,3 3 0,-1 2 978,-6 9 136,1-19 0,-1 2-122,-3 10 1,-2-1-43,2-13 1,0-1-376,-6 18 0,0-4 387,-1-16 39,-11 18-56,13-30 1524,-4 4-1071,12-20 156,1-8-452,4-11 867,6-15-901,7-11-17,9-7-48,-7 19 1,2 1-31,19-16-11,7 3 22,-16 21-56,2 8-22,-7 8 16,8 8-22,7 17 17,-8 7 5,-5 5-5,-16 5 34,-20-5 10,-16 8-33,-21-4-9,9-19 1,-2-4-3,7-3 0,0-3-37,-2-1 1,2-2-99,1-8-470,14-12-1792,24-21-1037,18-7-457,-2 15 1,3 0 3901,1 7 0,-1 2 0,11-5 0,-17 12 0</inkml:trace>
  <inkml:trace contextRef="#ctx0" brushRef="#br1" timeOffset="226110">14533 8177 25506,'-15'33'69,"-1"1"0,3 4 0,6-4-24,18-4 5,8 10-5,9-10 16,2-7-33,-6-9 152,4-5-1,-10-9 6,8-7 11,-3-10-90,-5-2 196,5-25-22,-12 7 40,1-16-164,-11 20 136,-17-5-197,-8 19-67,-6-4-6,-9 14-83,4 8-158,4 8-722,7 8-2447,17 10 3388,10 0 0,0-8 0,2-8 0</inkml:trace>
  <inkml:trace contextRef="#ctx0" brushRef="#br1" timeOffset="226361">15249 7946 28261,'-49'14'1,"0"0"1,4 5 0,8 8-13,16 13 0,9 7-1064,0 1 1,5 0 942,5 1 1,6 0-415,5-2 0,5-1-880,8-2 1,5-3 1425,11 1 0,0-4 0,7 3 0,1-8 0</inkml:trace>
  <inkml:trace contextRef="#ctx0" brushRef="#br1" timeOffset="226736">15675 8231 21775,'-9'-4'4083,"1"0"-3719,-22-17 0,-2-5 157,13 2-356,-15-7 1,5 0 18,28 7-122,9 2-17,10 3-23,15 3-16,13 6-6,10 7-17,-7 8-6,-12 8 1,0 5-166,-10 0 0,-2 2 171,10 12 1,-2 1-1,2 18 28,-21-20 0,-6 2-11,-14-2 0,-7 0 3,-1 0 0,-5-2 2,-10 3 1,-4-4-1,0-7 1,1-4-12,2-2 1,2-1 11,-11 4 33,12-6-33,22-9-135,41-18-106,-4 4-729,23-7 1,7-1-1143,-18 7 0,1 1-947,-1 0 0,4-2 1,-2 2 3052,6-3 0,-5 2 0,-14 4 0,-4 0 0,5-1 0</inkml:trace>
  <inkml:trace contextRef="#ctx0" brushRef="#br1" timeOffset="226937">16403 7766 28524,'36'25'9,"0"0"0,0 6 1,-1 6-31,-12-3 1,-3 5-1,-1 2-918,-3 0 1,-1 1-1,-4 2 677,-4 0 1,-3 0 0,-6 1-848,-6 1 0,-6 0 0,-2-1 1109,-2-5 0,-2-1 0,0-3 0,-5 2 0,1-6 0,-11 6 0</inkml:trace>
  <inkml:trace contextRef="#ctx0" brushRef="#br1" timeOffset="233868">7077 7416 19482,'-4'-53'1129,"0"0"1,1 1 0,2 9-318,5 20 12,1 0-746,-3 12-218,-1 7 185,0 31-11,-1 13-23,1-3 0,-2 2-235,1-6 1,-2 0 234,0 12 0,-1 1-11,0 0 0,0-1-3,1-2 1,0 0-1597,0 0 0,1-4 1599,1-1 129,1-11 325,-1-19 263,1-1-331,-1-16-307,0-13-51,0-6 8,0-4 1,0-4-9,0-25-296,1 15 1,1-1 267,-1 15 0,1 1 22,3-13 0,2 1 2058,5-15-2068,-1 0-1,-1 23-34,-9 28-94,1 3 33,-2 12 1225,0 3-1130,-1 25 999,0 10-1007,0-7 0,1 2-3,1-5 0,0-1-3,1 4 0,0-3 9,3 5 16,1-3 74,-3-24 144,0 0-144,-3-15 16,-4-24-96,-1 4 7,-7-34-6,-1 1-6,6 12 0,0-2-219,2 8 1,2 1 213,0 1 0,1 4 44,4-10-67,0 27-72,1 3 61,2 24 11,5 18 0,0 4-84,-2-4 0,0 4-1731,1 12 1,1 2 1289,-2-4 1,0-1 0,0-2 0,-2-5 0,-1-4 0</inkml:trace>
  <inkml:trace contextRef="#ctx0" brushRef="#br1" timeOffset="234886">8936 7247 24453,'1'-6'-3,"-2"16"-18,-3 26 1,-2 9 3,2-13 0,1 0-247,-2 20 1,1 1-294,2-16 0,1 0-440,-2 7 0,1-1-276,4-8 1,1-3-3759,5 7 4138,2-2 0,-2-17 0,-4-12 0</inkml:trace>
  <inkml:trace contextRef="#ctx0" brushRef="#br1" timeOffset="235077">8796 7619 11088,'-7'-4'6945,"1"1"-5665,-26-15 0,-4-3-171,14 8-34,-19-11 1,6 0-718,30 12-302,5 0 17,33-3-50,13 4-40,-7 3 0,3 1-418,2 1 0,0 2 214,4 1 0,-1 1-59,-10 0 0,0 0-2700,17 2 0,-3 0 2980,7 0 0,-25 0 0,-3 0 0,-7 0 0</inkml:trace>
  <inkml:trace contextRef="#ctx0" brushRef="#br1" timeOffset="235360">9786 7219 20392,'0'-5'4430,"0"0"-2447,0 5-1692,-1-60-280,0 46-33,0-41 33,-1 81 6,1 11 11,0 10-6,1-14 1,1 2 33,2 7 0,-1 1-446,1 3 1,0 1 397,2 8 1,-1-1-4,1-11 1,0-2-1,-1-3 1,1-2 0,3 16 11,2 1-6,-4-28-6,0 3-10,-3-20-979,-3-7 0,0-2 0</inkml:trace>
  <inkml:trace contextRef="#ctx0" brushRef="#br1" timeOffset="237989">502 6534 25402,'-2'-9'1867,"-3"-37"1,2-7-2110,1 11-2700,-1-11 1,1 3 3106,3 23 1387,2 10-1571,-1 8 813,4 5-1343,-2 10 115,8 20 169,-1 14 108,-5 0 1,0 2-316,2 20 264,-8-5 0,-3-1 3085,-4 4-3132,2-21 0,-1-2-199,-1-1 724,4-14 237,2-17-165,0-10-363,1-4 99,0-22 0,0-8-42,2 3 1,1-3-4,-1 5 1,1-1-480,3-7 0,0 2 474,4-10 0,6-1-350,8 13 322,4 5 5,1 8-38,18 17-1,-10 12 23,9 2 5,-12 8-5,-6 6 0,-2 4 0,7 15 275,-8-6 1,-2 0-277,-9 7 7,-11 10 10,-6-28 422,-9 12-365,2-25 16,-4-3-38,5-11 55,-2-21-67,5 6 387,0-37-392,11 19-1,7-17-22,10 20 17,5 11-17,-3 10 6,17 8 10,-7 10-27,16 6 6,-2 11-7,-11-2-38,7 9-415,-9 7-549,-4 1-817,-3 8 402,-17-17-4043,-3 0 4624,-5-12 0,1-3 0,-3-7 0</inkml:trace>
  <inkml:trace contextRef="#ctx0" brushRef="#br1" timeOffset="238891">1404 6443 25068,'15'-32'67,"1"1"1,13-16-46,-13 52-11,1 2 23,23 1-40,-9-6 40,15 0 33,-13-9 23,-3-6 50,-7-7 0,-6-3-17,-9-5 1,-5-2-68,-5 7 162,-11-11-84,-2 16 6,-9-4-16,1 13-85,-1 9-39,4 4-11,-7 21 5,11 4 0,-2 7-50,11 20-72,12-15-63,1 10-402,15-5-382,4-14-1400,25 5 454,3-17 1114,-18-14 0,0-5 23,26-14 807,-5-12 475,-9-10-88,-16 5 1348,1-20-425,-18 16-67,4-14-241,-13 18 11,-3 4-806,-3 13 0,-2 3-275,2 9-50,-2 3 78,3 8 28,3 10-17,3 20 1,-1-9 5,2 17-11,-4-26-12,0 19 23,0-21 23,-1 3 66,-1-16 18,2-7-40,0-8-22,3-7 33,0-9-5,2-5-12,1-4 1,3 2-12,2 2-10,1 8-29,-1 6-6,2 7-16,2 4-11,3 6 27,2 6-10,0 7-1,-8 1 1,2 14-12,-10-10 22,0 4 12,-4-9 78,-1-10 45,0-2-61,1-9-34,2-8-12,6-10 6,5-7-16,0 4 100,18-12-50,-9 15-28,12-6-34,-7 17-17,-10 7 6,5 13-5,-7 17 5,-4-1-23,1 19-33,-11-10-84,2 7-145,0-2-712,4-7-202,-1-9 1199,12-4 0,-13-12 0,5 1 0</inkml:trace>
  <inkml:trace contextRef="#ctx0" brushRef="#br1" timeOffset="240403">2908 6218 12802,'2'-5'6246,"-1"1"-2684,-1 4-3534,15-37 50,-17 38 17,2-15-67,-18 34 0,-5 15-11,-8 9-17,3-3 0,3-1-5,8-6-12,7-1 0,4-1 17,10-9 84,27 11-22,-7-26 103,9-5 0,2-4 182,12-15-525,-14 4 1,0-3 463,5-12 335,-3-11 52,-20-9-438,-5-2-50,-18-11-73,-15 17-67,-12 8-17,-10 12-34,-5 12-39,0 12 12,14 4-208,3 18-364,21 1-1249,4 12-3187,28-2 5041,8-8 0,-3-10 0,-7-8 0</inkml:trace>
  <inkml:trace contextRef="#ctx0" brushRef="#br1" timeOffset="241119">3381 6152 25247,'1'-10'-22,"11"13"22,15 28 5,-4-6 1,1 0 0,-1-2-34,16 23 11,-29-25 34,-9 6 11,-16-12 0,-4-6 157,-27-12-123,26-2 156,-18-16-167,32 8-23,1-12-34,15 6-5,1 1-157,37-13-214,1 10 211,-19 8 1,2 1-684,14-3 0,0 2-1113,14-2 995,-19 4 1,-1-2-1046,7-4 516,-16-2 1076,-13-2 1091,-9 1 1093,-6 0 683,-2-1-280,-4 1-381,0 1-795,-3 2-414,2 8-337,2 3-207,0 5-17,1 8 0,0 7-5,-1 12 0,7 6-23,7 4 11,3-7-5,27 6 11,-17-20 11,7-3 0,3-4 23,7-9 11,16-8-17,-25-4 123,-1-26 17,-18 2 67,2-18 387,-8 0-432,-4 19 174,-1 2-129,-2 24-145,0 3-84,0 9-1,5 26 6,-2-2-11,4 23-14,-5-7 0,-2 2-741,-1-1 0,-2 2 587,-1-2 0,-1 3 0,-1-1-338,-1-2 0,-1-1 1,0-1-752,0 2 1,0 0-1,1 0 840,0 2 1,2 0-1,0-4 1,0-3-1,2-4 1,2 24-1</inkml:trace>
  <inkml:trace contextRef="#ctx0" brushRef="#br1" timeOffset="243111">4823 5796 14045,'7'-11'6979,"-1"2"-5976,-6 9 319,0 0-1120,-14-24-51,7 18-28,-11-18-28,11 23 56,-2 0-78,2-1 106,-3-1 17,4 1-11,-1-1-39,3 1-51,2 0-409,1 2 314,6 4 0,3-1 6,7 4-17,2-2-3409,1 0 3403,-8-2 11,-1 0 23,-8-3-4139,0 0 3842,-5 1 202,3 0-18,-2 1 3500,2-2-1932,1 0-1360,-3-1-95,3 1 437,-3-1-494,2 1 2544,0 0-2448,-2 0-56,0 0 0,-12 2 12,-3 1-7,-13 1 18,-1 3 21,-3-1-4,8-2 111,-8-2-50,21-1 27,-6-2 478,13-2-405,4 1-66,1-3-12,2 2-73,0 1-33,0 0-11,-1 12-17,4 8 11,2 18 16,1-3 7,-1 21-1,-6-17 1,-3 2-9,-2 3 0,-2 1-371,-2 10 1,-2-1 356,1-10 0,0-2 11,-3 18-17,9-2 34,27-15-5,-4-8 16,10-14 0,5-4 11,13-6-126,-14-4 1,3-2-3218,27-4-2700,-21-3 6060,4-5 0,-32 5 0,-1-1 0</inkml:trace>
  <inkml:trace contextRef="#ctx0" brushRef="#br1" timeOffset="243918">4981 5974 10896,'-1'-6'7265,"0"1"-1263,1 5-5296,17-57-54,-11 38-282,12-41-150,-15 55-192,-2 4 72,-1 1-117,0 13 40,-1-2-1,-3 24-22,-3 0 0,0 1 23,-3 18-23,6-20 5,6 14 18,2-25 49,9-4 24,-1-16 10,5-4 6,1-10-6,3-7 29,0-7-1,0-2-27,-1 1-18,-2 4-38,-4 5-29,-5 8-33,-3 5 0,-2 9 11,-2 1-23,5 20-50,-4 1-285,2 16-762,-5 0-1227,-1 1-3994,0-4 6341,-1-9 0,2-15 0,0-8 0</inkml:trace>
  <inkml:trace contextRef="#ctx0" brushRef="#br1" timeOffset="244735">5527 5796 19171,'-3'-4'4968,"0"1"-2537,3 3-2140,-42-44-112,32 33-112,-32-33-28,42 44 1249,0 0-1271,-3 2-6,-1 0 6,-11 3-6,3-1-11,-2 0 0,7-2 0,5-2-28,1 1 28,5 1 6,7 0 0,14 3-18,21-1 12,-11-1-5,8-2 10,-16-2-5,2-3 12,-3 0 44,-6-4-34,-12 5 6,-5 0 50,-3 3-100,-1 8 44,0 6-22,-3 28 0,1 4 0,1 7-336,1 9 330,3-9 0,-1-19 1,1 2 10,0 7 1,-3 2-87,-6-2 0,-3-1 5,3-5 0,-2-3-72,-5-4 0,-5-4-1398,-26 10 1546,13-18 0,1 0 0,-12 7 0,-1-6 0</inkml:trace>
  <inkml:trace contextRef="#ctx0" brushRef="#br1" timeOffset="245626">1812 7338 18891,'-5'0'4671,"1"0"-4486,4 0-191,33-30-95,7 16-28,-4-5 1,3 1-122,-4 11 1,0 3-284,-2 0 1,-2 2-1472,20 1 301,-22 4 1703,-20 16 0,-8-11 0,-7 9 0</inkml:trace>
  <inkml:trace contextRef="#ctx0" brushRef="#br1" timeOffset="245777">1836 7501 9946,'-6'3'8065,"1"-1"-2117,5-2-5920,18-3-39,15-7-280,27-5-275,-3-2 566,-4 2 0,-2 1 0,-15 4 0,-3 1 0,0 0 0</inkml:trace>
  <inkml:trace contextRef="#ctx0" brushRef="#br1" timeOffset="246185">2625 7158 24984,'32'-29'64,"-1"-1"1,1 1-1,14-12 1,-1 9-57,-13 23 1,0 5-9,27 1-12,-13 17 7,-17 14 10,-18 19 1,-17-16 0,-4 0-417,-14 26 416,0-25 1,-6 3 0,3-4 5,4-5 1,-2-1-5,-8 8 1,-5 5-1,6-5-2,9-8 1,2-2 13,-6 8 1,3-2 323,10 2 194,26-16-273,7-10-63,19-12 1,8-6-138,-4 2 1,2-3-637,0 0 1,4-1-1,-1 0 581,-4 1 0,1-1 1,-1 1-18,0 0 1,0-1 0,0 1-285,-2 1 1,0-1 0,-1 1-353,15-4 1,-1 0-1805,-6 2 0,-3 2 2448,-10 3 0,-4 1 0,6-1 0,-21 6 0</inkml:trace>
  <inkml:trace contextRef="#ctx0" brushRef="#br1" timeOffset="262176">18869 16608 15698,'-2'-4'6200,"1"1"-4262,1 3-1647,9-70-78,9 38-603,-4-13 0,6 2 530,26 14-154,-14 16 0,1 1 9,25-1 5,-4 5-12,-9 15-27,-13 9-101,4 23 107,-15-7 7,-15 2 1,-7 1 25,-9-2-1496,-12 6 0,-5-1 1507,-5-5-6,0-4 1,-1-1-251,-13 8 256,8-5 220,9-6-186,21-13 162,8-6 202,8-1 3044,7-2-3083,28-6-331,-7-1-36,-1-2 0,3 0-99,-4-1 1,1 0-15,12-2 0,5 0 110,-3 2 0,3-1 0,-6 2 0,-7 0 0,-4 0 0,10 1 0,0-1 0</inkml:trace>
  <inkml:trace contextRef="#ctx0" brushRef="#br1" timeOffset="272473">22039 2789 23892,'-3'-36'109,"0"1"1,-3 4-66,4 57-19,0 6 1,1 3-515,1 9 506,2 17 13,2-18 1,1 2-1602,0 0 1,0 0 1570,0 1 0,0 0 19,-1-2 1,-2-3 64,-4 2 162,-6 7-83,1-23 789,-3-6-372,9-18-176,-3-11 3167,3-13-3319,0-37-199,3 25 0,0-2-911,1-12 0,1 0 883,0 12 0,0 1-1353,2-17 1,-1 3 1383,0 0-178,-1 7 0,-1 3 223,-1 13-84,0-1-45,-2 24 1127,0 7-1093,0 18 22,2 16-45,0 22 3,0-13 0,-1 1 1306,0-14 1,-1 0-1400,1 15 1,-1 0-683,-1 13-4127,1-19 1,0 0 3834,-2 7 0,2-7 1,0-37-1</inkml:trace>
  <inkml:trace contextRef="#ctx0" brushRef="#br1" timeOffset="272930">21482 4220 21635,'6'-43'1344,"-1"0"1,1 2-1,-2 11-1333,-4 23-39,0 3-5,1 29 61,0 13-12,1 12-380,-1-13 1,-1 1 352,1-1 0,-1 1-65,-1 10 1,0 3-368,-3 8 0,-1-1-338,0-10 0,-1-1-704,-3 3 1,-1-4-1849,-3 7 3333,-1-9 0,11-35 0,1-2 0</inkml:trace>
  <inkml:trace contextRef="#ctx0" brushRef="#br1" timeOffset="273116">21422 4317 19574,'-6'-44'955,"0"0"0,0 1 0,-1-12 0,3 3-891,4 11 1,6 3-99,16-17-207,18 9 23,2 15-309,0 15 0,4 6-437,-13 6 1,0 3-334,14 1 1,0 6 1296,-15 10 0,-4 3 0,4 2 0,-13 7 0</inkml:trace>
  <inkml:trace contextRef="#ctx0" brushRef="#br1" timeOffset="273481">21323 4596 20022,'51'-31'-115,"1"0"1,0 1 0,-3 1 0,-1 2 0,-3 5-94,1 8 1,-3 4 84,-9 1 0,1 1-395,9-3 0,0 2-356,13-3 490,-19 4 1,0-1 41,10-3 588,-13 1 1090,-13 0-220,-10-1 1347,-8-4-1667,-3 4 787,-3-4-412,-1 5-7,-2 1-627,1 3-279,0 4-180,2 1-78,-1 8-5,0 7 5,-1 12-17,0 1-549,1 27-1047,5-9-1980,1-12 0,1 0 3593,6 12 0,-2-18 0,-3-12 0</inkml:trace>
  <inkml:trace contextRef="#ctx0" brushRef="#br1" timeOffset="273688">22298 3840 24547,'-4'-41'362,"0"0"1,1 4-1,2 10-535,3 19-304,6 9-548,5 14 68,0 3 957,0 16 0,-1 1 0,-4-11 0,7 27 0</inkml:trace>
  <inkml:trace contextRef="#ctx0" brushRef="#br1" timeOffset="274164">22509 4136 26295,'0'-38'484,"-1"0"1,1-22-474,0 59-11,0 11-11,6 11 28,2 21-12,4 18-544,-7-23 0,-1 2 536,0 1 1,-2 2 10,-2 0 1,-2-2 7,-2 21-233,-4-25 0,-2-4 250,-4 3 29,-6 5 111,7-25 74,4-8-62,4-11 947,2-10-1076,1-14 492,11-14-528,4 9 0,3 0-15,9-13-205,-3 15 0,2 2 211,6 3-33,9-1 16,-3 12-28,-1 8-5,0 16 6,-1 11 5,-3 15 0,-8-1-23,-8 25 62,-34-9-381,1 1 320,-24-12-107,5-24 0,-4-4-101,5-1 1,-2-2-284,-15 3 1,-1-2-695,14-5 0,4-3 1235,-19-12 0,27 7 0,15-8 0</inkml:trace>
  <inkml:trace contextRef="#ctx0" brushRef="#br1" timeOffset="274681">23122 3903 19244,'8'3'3999,"-2"0"-3501,-6-3 773,0 0-1058,-28 66 152,20-26-545,-8 7 0,3 3 303,16 7 0,3 3-39,1-1 12,-2-3 10,-6-4 6,-5-8 135,-5-8-102,-1-11 314,0-9-268,3-9 178,1-7-27,4-17-269,1 2 84,13-36-107,0 22-3,3 1 1,3-1 53,10-7 382,8-6-439,1 10-27,8 6-17,-14 13 0,17 8-11,-12 16-6,11 11-5,-1 13 5,-22-9 0,-3 3-8,-5 1 0,-5 0 2,-1 28-1679,-22-27 1,-6-3 1707,-13 1-354,-4-12 1,-3-3 310,7-8 1,-1-2-285,-15 0 1,1-2 130,-13-4-593,2-14-561,48-11 1464,18-14-120,9 14 0,3 1 0,4-5 0,8 3 0</inkml:trace>
  <inkml:trace contextRef="#ctx0" brushRef="#br1" timeOffset="275038">23969 4195 18823,'-1'3'4229,"-1"-1"-3030,2-2-443,-61 22-285,30-5-348,-8-1 0,2 5 39,12 14-122,13-9 27,6 13 73,23-5-101,-3-5 84,34 10-78,-23-25 89,22 4 124,-24-13 207,5-6-185,-9-8 5,-1-17-223,-10 4-6,-2-10 56,-4 2-22,-2-1-1,-2-5 18,-8-1-96,3 17-17,-5 1-78,6 14-683,3 1 89,0 2 678,14 8 0,-9-4 0,10 5 0</inkml:trace>
  <inkml:trace contextRef="#ctx0" brushRef="#br1" timeOffset="275290">24621 4027 27645,'-36'0'46,"-1"0"1,2 4 0,6 8-39,12 15 1,6 8-539,1 1 0,1 2 488,3 2 0,2 1-112,6 1 0,2-1 22,-1-9 1,4-1-317,8 5 0,6-3-510,0-8 0,4-3-2123,8 4 1,3-1 3080,-2-6 0,-2-3 0,11 3 0,-20-10 0</inkml:trace>
  <inkml:trace contextRef="#ctx0" brushRef="#br1" timeOffset="275813">25114 4204 27387,'-18'-39'46,"-1"-1"1,2 3 0,10 10-69,31 23-12,12 2-16,12 9-6,8 10-28,0 11 39,-14 0-31,-19-3 1,-3 1 2,-5 11 67,-1 15 23,-25-14 0,-13-7-6,-1-9 56,-20-2 141,12-14-124,-2 1 84,8-13-12,13-5 24,0-8 27,3-2-56,5 2-67,5 2-34,6 4-27,7 3-18,0 3 1,18 4-28,19 11 10,6 9-618,-19-2 0,-1 2 624,10 12-33,1 12-34,-20-2 34,-6 1-6,-21 1-17,-24-13-150,-23-5-49,14-13 1,-2-3-652,-5-1 1,-2-3-781,-2-2 1,-1-3 1691,-3-2 0,5-2 0,-8-1 0,12-3 0</inkml:trace>
  <inkml:trace contextRef="#ctx0" brushRef="#br1" timeOffset="276415">25662 3779 28378,'-7'-53'73,"18"24"-56,34 71-14,-10-11 0,3 2-1147,7 6 1,1 3 1152,-15-12 0,0 0 1,-2 2-22,10 15 1,-6 2-14,-8 1 0,-8 2-51,-10-1 1,-10 2-1626,-11-9 0,-8 0 1,-1-2-1801,-4 3 1,-4-2 3500,-1-7 0,-5 1 0,5-8 0,-4 0 0,-1-2 0</inkml:trace>
  <inkml:trace contextRef="#ctx0" brushRef="#br1" timeOffset="302136">19835 3690 7139,'-5'-9'3047,"2"1"1893,3 8-2464,0 0-1502,16-55-542,-11 39 604,12-43-571,-15 55-219,0 0-537,-2 4 359,0 15 38,0 9 21,0 21-16,0 9-55,-1-8-14,-1-9 0,0-1-14,-2 14-17,1-14 0,-1 0-5,-1 14 38,0-9-9,1-11 17,1-12 212,1-7 10,1-8 724,1-3-696,0-7-173,0-9-34,0-15-3437,0-12 3376,0 4-1,0 6 1,0 0 61,0-12-39,0 13 0,0-1 28,0-16-51,0 13 35,0-4-14,0 8-10,2 4 3354,-1 7-3543,0 14 142,0 11 12,-1 3 11,2 34-1,-1-11-20,0 11 1,-1 3-12,1 17-124,-2-17 1,1 1 137,-2-9 1,1-1 13,-3 28 16,-2-11-14,0-12 1,2-17 157,0-7-56,2-11 166,0-8-252,1-12-51,-2-15 4,2-15-2,2-13 9,0 26 1,2-1-389,-1-1 1,1 1 404,3-17-256,-2 17 0,-1 3 273,0 1 71,-1-25-59,-1 34-57,-1-2-34,0 14 906,0 13-839,0 11 621,-1 17-615,1 14-27,-1 11-8,3 3-253,1-1 264,2-6-25,-2-10 12,0-11 49,-2-13 23,0-11 185,-1-10-202,1-14-27,0-17-15,3-19 13,-2 2 28,0 8 1,1-2 61,-2-13-55,1 16 0,-1 2 89,-2-12-6,-2 14-67,0 13-107,-1 12-73,2 6 39,0 15 29,0 12-168,-1 22-594,1 19-1082,1-24 1,-1 1 1733,1-2 1,0-2 0,0 13 0,0-20 0</inkml:trace>
  <inkml:trace contextRef="#ctx0" brushRef="#br1" timeOffset="304799">13960 3931 11639,'7'0'1529,"-1"0"493,-6 0 1781,0 0-3203,-2-2-520,-1 2 247,-4 1-25,-1 2 70,-2 3 28,1 0 91,1-1 166,2-2-63,0-2 24,0-3-501,-2-5-251,2-8-182,1-10-10,6-7 52,8-4 73,7 2 78,9 3 156,3 8 250,3 6 94,0 7-63,-6 6 94,14 12-25,-10 8-343,12 17-242,-26-2 1,-4 3-114,4 19-153,-16-6 1,-6 1 343,-6-8 1,-4 0-568,-10 12 1,-5 0 699,6-17 0,-1 0 0,0-3 202,-7 8 1,-3-3-1,3-7 1,-3-1 0,3-5 191,3-4 0,1-5 396,-13 2 1,3-8 188,6-13-313,10-31-839,21-3-224,13-12-346,9 2 272,15 8 372,6 14-106,5 11-439,2 18 28,2 15 1110,-21-3 0,-1 4-1004,2 3 1,0 3-596,4 2 0,0 2 394,6 4 1,-2-1 0,5 5 0,-2-4-1</inkml:trace>
  <inkml:trace contextRef="#ctx0" brushRef="#br1" timeOffset="305106">15646 3972 20253,'0'-5'1819,"0"0"-519,0 5-1321,-2-16-119,-4 39 120,-2 0 8,3 9 1,1 6-41,-1 1 0,2 0-374,0 1 0,0-1 203,2-2 0,0 0-114,0-3 1,1-2-1139,3 25-3411,3-11 4866,2-13 1,-2-15 0,-2-10 0</inkml:trace>
  <inkml:trace contextRef="#ctx0" brushRef="#br1" timeOffset="305406">15283 4212 16484,'-44'-11'758,"0"0"1,-1 0 0,19 4-858,30 7 504,15 0 16,22 0-278,-7 0 0,4 0-566,10 0 0,3 0 576,6 0 0,3 0-488,2 0 1,0-1 449,-2 0 0,-1 0-6,-4-1 0,-2-1-14,-6 0 1,-1 0-375,1-2 0,-3 0 301,13-2-53,-23 3 1,-3 0 47,0 0 468,2 1-1381,-12 1 816,-9 2 80,-5 0 0,-5 0 0,-1 0 0</inkml:trace>
  <inkml:trace contextRef="#ctx0" brushRef="#br1" timeOffset="309598">2796 1633 25839,'5'-44'961,"-1"-1"1,-1 5-1,-1 7-609,-5 14-900,0 7-219,-1 7-733,3 6 2473,-1 14-851,0 17-511,0 20 463,-1-20 0,0 2-606,0 3 1,0-1 902,-3 23-67,2-25 0,-1 1 925,-7 25-1470,2-4 575,1-12-2258,6-24 2630,2-16 597,7-27-550,1-10-168,3-14 0,4-14-65,0 7-229,-5 20 1,1 1 56,7-18 164,5 0-68,3 13-444,1 4 0,4 7 0,-6 17 0,-6 7 0,13 19 0,-9 5 0,9 19 0,-8 3-4280,-3 3 2467,-6-1-118,-3-5 508,-4-10 567,-3-10 1215,-3-11 635,1-10 1815,-2-11-1803,1-12-117,5-13-33,4-9 100,7 0 1478,6 2-2434,-4 14 0,13 0 0,-11 20 0,10-3 0,-7 21 0,-5 1 0,11 30 0,-5-1-1017,-2-1 1,-1 0-1413,7 11 658,-8-14 0,1-2-2478,10 6-2086,8 2 6202,6-12 0,-22-13 1,-2-8-1</inkml:trace>
  <inkml:trace contextRef="#ctx0" brushRef="#br1" timeOffset="310855">3839 1741 19846,'0'-7'4061,"0"2"-3359,0 5 1513,0 0-1749,-29-35-2376,23 29 1004,-21-26 153,47 41 19,-7-5 977,23 0 329,-8-10-28,0-1 382,14-18 2328,-17 1-470,4-14-1327,-18 3-1457,-14-1 0,-10 1 0,-11 4-292,-5 4 584,-2 7-560,8 7-1818,-2 6 626,11 12 1681,-5 12 1249,8 30-513,4-7-374,5-5 0,3 1-583,9 17 0,0 0 0,6-16 0,2-1-1148,13 9-407,-8-14 1,4-2-5790,22 5 5120,7-14 907,3-12 1256,0-19 936,-25-6 0,-1-2 1521,9-12-798,-17 4 0,-3-1 1493,-5-12-496,-2-10-420,-9-4-2175,-5 19 0,-4-4 0,-1 24-306,-2 1-2328,2 7 3488,1 10-377,3 10-1093,2 14 131,3 14 91,1-5-3781,5 14 4370,1-3 108,0-2 310,-1-2-2405,-5-21 1577,-2-11 173,0-9 260,1-14 952,1-12-160,7-16 149,3-9-24,6-3 169,3 1 169,2 7-725,0 11-748,-3 11 0,-2 9 0,-2 10 0,0 11 0,0 9 0,2 11 0,-3 5 0,0 1-620,-4-3-1930,-2-7 85,-4-8 626,-1-7 1074,-1-7 1574,2-11-2085,4-10 3489,0-5 3786,12-24-5505,-3 5-494,1 1 0,2 5 0,-9 24 0,4 1 0,0 8 0,-1 12 0,1 9 0,-2 11 0,1 8-1483,-2 5 28,3 1-559,12 7 22,-7-19 461,19 3 1210,-7-25 1112,12-4 518,2-16-477,-22-1 0,-1-3 984,8-9 244,6-16-904,-25 13-1156,-1-6 0,-8 9 0,-5 8 0,-5 10 0,-1 9 0,-6 13 0,2 11 0,1 11 0,11 12-81,8-10-836,5-3-4,12-13-2982,-3-10 2880,9-4 897,-1-11 957,-2-11 4726,-4-10-4974,-9-13-583,-9-7 0,-8-5 0,-12 0 0,-18-6 0,-5 15 0,-4 7-341,-3 16-1671,6 12 728,-13 5 577,14 10 659,7 11 697,16-1-178,11 3-2130,20 6-7038,21-5 7844,3 2 0,-7-14 1,-22-10-1</inkml:trace>
  <inkml:trace contextRef="#ctx0" brushRef="#br1" timeOffset="311573">5806 1406 18470,'-2'-3'5369,"1"0"-4611,1 3-408,2-24-676,16 31 53,10-10 249,18 42-148,-22-17 1,0 2-252,-2 0 0,-1 0 258,8 14-106,-2 10-191,-18-22 609,1 8 46,-11-21 361,-8-6 1275,-15-16-1189,7 0 317,-15-18-236,15 3-385,-1-7-357,8 8 38,3 1-319,8 8-380,8 0 1059,11 2 227,3 6 59,18 2-125,8 3-292,-7 0-220,-4 1 0,-1 0 44,-8-1-277,28-5-371,-39 0-163,13-16 298,-16-1 311,4-12 222,-12 10-89,-3-5-223,-2 19 156,-2-6-249,0 14-183,0 0-53,0 3 100,0 12 98,2-2 274,4 19 68,10 7-6,4 3 6,11 7 11,2-15-17,5-7 23,1-12 5,-8-6 107,19-26-68,-27 6 40,19-28 106,-27 9 95,1-8 68,-6 3-152,-5 11 364,-3 3-391,-2 15-186,0 0-28,-1 13 34,0 4-5,-4 36 19,2-8 0,0 2-20,-1-1 1,1 1-865,-1 21 1,0-1 754,1-26 0,1 2-724,0 13 1,0 7 0,0-4-4078,2 3 1,0-2 4526,0 11 1,1-5-1,2-2 1,-1-40 0</inkml:trace>
  <inkml:trace contextRef="#ctx0" brushRef="#br1" timeOffset="312557">7604 1049 29655,'-38'-18'-3068,"-2"11"3363,2 29 2524,-7 5-1071,-8-1-567,-1-5-1044,2-7-137,8-8 0,10-6 0,14-3 0,10-1 0,7 2 0,3 1 0,0 5-1770,0 7 353,0 11 120,-3 15 240,-7 12 715,2-18 1,-1 1-9,-3 3 0,0 1 565,0 2 1,1 0 118,1 1 0,1-2-392,-2 20 239,9-13 0,2-4-53,4-3-49,6 0 0,3-2-395,12-12-53,7 3-25,13-16-72,5-15-1151,-12-2 1,1-2 1804,0-1 0,-3-1 0,14-5 0,-19 6 0</inkml:trace>
  <inkml:trace contextRef="#ctx0" brushRef="#br1" timeOffset="313881">8105 1177 19508,'0'-5'8476,"0"0"-8226,0 5 430,-18-14-1950,1 16 2044,-22-8-712,13 16 865,-15 4-1440,-6-1 1155,-1-1 279,-5-3-635,20-8 850,10-6-1746,11 0 347,5-2-1624,6 4 721,0 0-330,1 3 697,0 14 25,2 2 96,-2 9 251,2 16 129,-2-9 641,1 16 71,-3-9-104,-1-4-396,-1-5 63,0-8-12,2-9 411,0-7 360,2-4-106,0-1-806,2-8-84,4 1 2,8-8-54,9 2-25,10-2 20,9 1-86,4 3 368,1 4-46,-3 4 16,-7 7 2,-8 4-18,-9 9 7,-5 4 22,-4 3-18,-5 0 47,-3-1 23,-2-1 6,-9-1-40,-7 0 35,-16 1 270,-9-1-350,-7-2-1103,3-2 1289,6-5 1,18-6 0,8-4-1</inkml:trace>
  <inkml:trace contextRef="#ctx0" brushRef="#br1" timeOffset="314372">8465 1060 25375,'0'-3'2854,"-1"1"-2977,1 2 1472,34-48-88,-2 28-794,-1-8 0,3 2-256,18 14-348,-4 6-712,-8 6 1058,-10 8-31,-8 6-1342,-9 6-574,-5 6 159,-5 5 510,0 5 311,2 3 47,5 2 300,7 2-7,7-1 192,4 2-444,2 0 438,-7-10-251,8 18 143,-17-15 133,2 19 56,-20-9 357,-11-1 359,-13-1 156,-7-4 63,-6-5-257,-5-6-89,-4-3-1587,-7-5-3767,25-11 1,1-2 4730,-15 4 1,13-5 0,24-6 0</inkml:trace>
  <inkml:trace contextRef="#ctx0" brushRef="#br1" timeOffset="315806">9535 1215 23200,'-8'4'9567,"1"-1"-9567,7-3 0,0 0 0,-12 0 0,9 1 0,-9-1-596,13 0-1081,18-2-1147,10-2-4044,30-4 6802,-2-1 0,-15 3 0,-19 3 1</inkml:trace>
  <inkml:trace contextRef="#ctx0" brushRef="#br1" timeOffset="316015">9508 1485 10301,'-5'3'2336,"1"0"973,4-3-3855,72-13 249,-38 5 144,5-1 0,8-2 0,-2 0 139,5-2 1,-4 0 0,-10 2 0,-1 1-1,-2 1 1,0 1 0</inkml:trace>
  <inkml:trace contextRef="#ctx0" brushRef="#br1" timeOffset="316530">10400 1071 16365,'0'-6'1452,"0"2"651,0 4-1637,31-63-135,-5 41-576,2-14 1,2 3 514,5 25-203,12 3-848,-10 3 295,12 15 204,-18-2-235,2 36-90,-26-5-136,-2 11 437,-14-17 1,-5-1 129,-11 11 288,5-14 1,0-2 989,-13 10-817,7-11-90,9-11 1583,6-7-900,8-10-709,3-6-225,2-1 44,5-7-91,2 2 142,15-1-34,4 5 1,15 2-17,6 10 5,-7 1-5,-7 5 0,-1 3-40,8 11 40,-14-5 0,-2 1 5,-2 18 51,-13 1 45,-20 1 5,-18 0-67,-5-10-45,-3-9 0,-3-1-544,8-8 1,0 0-715,-12 3 1,0-1 559,-13 0 1,24-9 0,16-3 0</inkml:trace>
  <inkml:trace contextRef="#ctx0" brushRef="#br1" timeOffset="318215">20718 16317 16700,'-15'-28'647,"0"0"0,-5-22-513,26 36 163,10-5 6,1 4-23,17-5-179,-3 6-67,0 3-17,-2 5-90,-5 5-50,6 2-13,-2 8-82,0 13 168,-9 4 66,-5 2 57,-11 3 39,-10-3 18,-5 7 66,-15 8-11,2-11-45,0-3 296,5-12 147,8-10 49,1-2 287,4-3-672,5-2 307,1 0-576,5 0 33,5 4-33,8 3 16,0 2-11,10 8-22,5 7 28,-1 4-23,2 7-10,-16-4 44,-7-6 22,-9 3 40,-14-7 100,-25 6-89,7-15 0,-2-3-29,-5-1 1,0-1-42,4-3 0,1-2-14,-14-1-684,5-5-1036,20 2 883,-6-4 0,23 4 0,1 0 0</inkml:trace>
  <inkml:trace contextRef="#ctx0" brushRef="#br1" timeOffset="321034">9394 16738 17249,'-11'-5'-129,"9"0"79,17 2-1104,28-4-1529,3 0 2683,15-1 0,-26 4 0,-13 1 0</inkml:trace>
  <inkml:trace contextRef="#ctx0" brushRef="#br1" timeOffset="321285">10216 16423 16577,'0'-3'4386,"0"0"-1278,0 3-2794,-9-55-213,6 41-269,-7-41-174,9 58 174,0 7 179,1 17-50,3 17-174,2 17-92,-1-26 0,1 0-356,2 1 0,-1 1-1815,1 2 0,0-2 2476,-1-4 0,0-2 0,2 9 0,-4-18 0</inkml:trace>
  <inkml:trace contextRef="#ctx0" brushRef="#br1" timeOffset="321711">11510 16975 19843,'-11'-11'-577,"10"-1"381,12 6-1670,35-9-346,-14 5 2212,-1 1 0,-1 1 0,-10 2 0,2 0 0</inkml:trace>
  <inkml:trace contextRef="#ctx0" brushRef="#br1" timeOffset="321935">12257 16608 18789,'0'-4'4403,"0"1"-2224,0 3-2196,-14-54-67,10 40-135,-13-30 219,11 65-39,-2 22-134,0 12-336,5-21 0,2 2-160,0 2 0,2 1-1664,3 3 0,2 0 2333,0-4 0,0-2 0,5 9 0,-4-19 0</inkml:trace>
  <inkml:trace contextRef="#ctx0" brushRef="#br1" timeOffset="322325">13322 16832 21041,'30'-16'-459,"1"1"0,2-1 0,1 2-667,2 5 0,0 2-3790,2 0 1,-1 0 3091,15-1 0,-19 4 1,-25 3-1</inkml:trace>
  <inkml:trace contextRef="#ctx0" brushRef="#br1" timeOffset="322543">14101 16558 21125,'-1'-3'3322,"1"0"-2807,0 3-610,-10-10 106,7 23-17,-6 3-5,12 32-51,5 11-67,0-26 1,0 0-332,2 3 1,0 0-1360,1 4 0,-1-1 1819,-1-4 0,-2-3 0,2 11 0,-6-19 0</inkml:trace>
  <inkml:trace contextRef="#ctx0" brushRef="#br1" timeOffset="331018">19454 1392 30589,'54'-21'435,"0"0"1,1 0-1,-1 2 1,-1 0 0,-1 4-464,9 3 0,-1 4-624,2 0 0,1 1-500,-17 3 0,1 1 0,-3 0-371,0 1 0,-1 1 1325,9 3 0,-8 2 0,-22-1 0,4 4 0</inkml:trace>
  <inkml:trace contextRef="#ctx0" brushRef="#br1" timeOffset="331392">19825 1509 17524,'-50'27'1379,"0"0"1,3 0-1,12-4-832,30-8-797,13 1-507,22-6 838,28-4 27,-15-5 0,3-1-258,8-3 1,4-1 177,-7-1 0,4-1 0,-4-1-447,4 0 0,-1-2 461,-6 0 0,3-1 0,-7-1 303,-7-2 1,-4-1-42,5-4 0,-4-4-612,5-23-142,-29-6-117,-29 0-94,-20 2 302,15 27 0,-2 1 107,-27-14-2025,3 6 2090,19 12 1286,4 3-1042,21 11-220,1 1 124,5 3 261,10 11-206,-2-3 3388,14 16-3416,-1-1-21,6 11-113,3 5-296,1 6-1081,1 4-3597,-4 3 5120,-6-8 0,-10-16 0,-7-14 0</inkml:trace>
  <inkml:trace contextRef="#ctx0" brushRef="#br1" timeOffset="332010">21788 1319 32226,'19'-45'-1208,"0"1"1,8 2 0,3 11-140,14 21 1228,9 3-135,-6 7-35,-7 6-73,-7 1 1,0 2-467,10 13-765,2 9 974,-21-8-19,-5 5-190,-12-2 148,-8 0 119,-13 1 479,-16-7 173,1-4 251,-16-3 38,5-9 7,-9-2 167,-2-10-133,18 2-253,7-2 22,19 5-156,9 2-12,22 0-27,-2 1-26,14 4 0,3 1 20,3 2 11,2 2 0,2 3-6,12 9-59,-21-5 1,-2 1 14,13 14 44,-16 3-5,-24-12 22,-12-4-50,-38 2-168,-6-10-152,8-2 0,-4-2-1582,5-5 0,2-2-1683,-23-2 3624,5-3 0,36 3 0,3 1 0</inkml:trace>
  <inkml:trace contextRef="#ctx0" brushRef="#br1" timeOffset="332275">21874 2009 19630,'43'-11'-125,"0"0"1,-1-1 0,1 2 0,0 0-1,-1 2-953,16 2 0,-3 2-981,-9 1 0,0 0 2060,5 2 0,-5 0 1,-9 0-1,-2 1 0</inkml:trace>
  <inkml:trace contextRef="#ctx0" brushRef="#br1" timeOffset="332492">21907 2195 22470,'44'-3'266,"0"0"1,0 0-1,0-1 1,-1 0 0,0 0-223,11-4 1,-1 0-1250,2-1 1,0 1 1210,-1 0 0,-1 0-71,-6 0 1,-2 2-102,-12 1 1,-3 0-9666,19-4 8592,-33 5 0,-2-1 0,-14 4 0</inkml:trace>
  <inkml:trace contextRef="#ctx0" brushRef="#br1" timeOffset="365572">19370 12623 31696,'-55'-8'4,"1"0"0,-1 0 0,8 1 0,2 0 1,11 2-997,10 3-153,18 2 546,6 0 201,29 0 242,27 0 92,-5 0 1,5 0-469,-13-1 1,3-1 0,2 1 273,2 0 1,4 1 0,-1-1-1,-5 1-1683,16-1 1,-4 1 1727,-10 1 1,1-1-1,-12 3-455,-8 6-102,-20 19 258,-37 8 275,-3-6 1,-8 0-282,-8-2 1,-7-1 0,2-2 517,-5 4 0,-2-1 50,1-1 0,-5 0 1,6-2 41,7-3 1,4-1-99,-5 3 1,6 0 211,0 13-183,36-18 2648,47-6-2682,-7-13 0,4-3-23,16-3 1,5-3-138,-15 1 1,2-2-1,0-2 214,11-6 0,2-4 0,-4 1 507,3-2 1,-3-3-471,-8 1 1,0-4-1,-7 0 51,-7-6 1,-5-1 22,4-8 0,-3-3 59,-7 2 0,-5-1 53,-5 6 0,-5 1 219,-8 3 0,-4 3 81,-8-9-365,-6 13-27,4 21 317,11 7-502,3 27 17,13 9-6,2 14-17,9-1-20,-7-21 1,2 1 222,-1 3 0,1 3-393,2 7 0,-2 3-247,-4 1 0,-8 2-2330,-13-7 0,-5 3 1,-3-4 2259,-4 8 0,-4-3 0,-2-2 0,0-6 0,-3-7 1</inkml:trace>
  <inkml:trace contextRef="#ctx0" brushRef="#br1" timeOffset="366064">21479 12585 22049,'-2'-2'2857,"-1"1"-2482,3 1-347,20-23-17,25 12-59,-7-5 1,5 1-1144,9 6 0,3 3 863,5-2 1,-1 1 38,-12 2 1,-1-1-2056,16-1 0,-5 1-2983,-3 0 4848,-14 2 1,-4 0 0,-19 3-1,-4 0 1</inkml:trace>
  <inkml:trace contextRef="#ctx0" brushRef="#br1" timeOffset="366240">21812 12499 26379,'-3'52'31,"0"0"1,0 3 0,1 0-113,-1-5 0,1 2-1445,0 6 0,-1 0 1130,0-12 1,1 2 395,7 0 0,3 3 0,-1-9 0,-2 5 0,6-8 0,0 0 0</inkml:trace>
  <inkml:trace contextRef="#ctx0" brushRef="#br1" timeOffset="366499">22905 12669 23231,'0'-8'3921,"0"2"-3663,0 6-79,0 0-50,-96-30-1418,63 35 1,-1 2 1303,-7-11 0,-5-5 0,4 9 15,-5 22 1,5 9-13,6 2 0,4 3-32,2 0 0,6 3-14,4 5 0,11 0-34,17-9 1,8-3-37,8 0 0,4-4 31,-2-6 0,4-4-544,23 4 1,4-4-1502,-15-9 0,1-2 2112,13 2 0,-3-1 0,2-4 0,-25-4 0</inkml:trace>
  <inkml:trace contextRef="#ctx0" brushRef="#br1" timeOffset="367240">24178 12694 25791,'45'-7'-125,"0"1"0,11-1 0,1 3-58,-10 3 1,-1 1-92,8 0 0,0 2-317,-7 1 0,-5 3-350,6 8 481,-23 2-167,-48 10 448,-27 0 279,2-6 1,-4 1-1187,5-4 1,-1 0 1396,-9 3 0,3-1-155,20-7 1,3 0 78,-1 2 1,3 0 39,-9 6-203,4 1-66,17-3 39,26-4-96,27-4-61,9-4 648,11-7 1,4-3-565,-14-1 0,2-4 140,0 0 0,4-3 0,-4-3 106,-3-3 1,-4-4 24,-1-6 1,-6-2-3,-6-14 331,-11-14 420,-18 1-281,-7 3-17,-8 2-369,2 27 201,0 6-156,8 11-307,1 3 1052,2 3-1115,3 8 0,3 10 0,3 7-24,12 25-99,4 7-248,-7-19 1,-2 3-154,-3 12 0,-5 1-1952,-9-5 0,-5-1-751,-1 0 1,-6-1 3226,-9-6 0,-2-7 0,3-5 0,-1-2 0</inkml:trace>
  <inkml:trace contextRef="#ctx0" brushRef="#br1" timeOffset="368154">26275 13071 26200,'13'29'342,"-4"22"-298,-11 7-27,0-22 0,-2 0-1294,-7 19 1294,1-14 455,-4-1-416,3-16 286,0-2 0,3-9 352,4-10-548,2-7 697,2-12-770,1-14-26,6-1 1,3-3-25,4-16-315,4 10 1,3 1 313,17-9 0,-14 20 1,2 2-15,1 3 1,0 2-9,16-6-6,-12 16 1,1 2 5,14 7-12,-13 5 1,0 4-237,22 20 208,-29-6 1,-2 3-62,-2 3 1,-4 3-158,-2 3 1,-3 2-404,-4 1 0,-3 1-1555,-2 2 1,-1-2 1435,-3 25 1,-1-24 0,0-20 0</inkml:trace>
  <inkml:trace contextRef="#ctx0" brushRef="#br1" timeOffset="369005">26184 13427 14908,'-3'0'5573,"0"0"-2492,3 0-2544,-18-32-94,12 14-74,-14-27 7,19 20-96,2-3-95,9-3-34,10-5-48,3 11 1,2 0-42,13-8-37,-12 13 0,2 1 51,2 4 0,0 3-48,1 2 0,0 2-23,0-2 1,1 1 50,29 8-45,-20 14-17,15 12-239,-26-7 1,0 3 244,0 2 0,-1 3-1633,3 9 0,-3 1 1622,7 14 11,-17-15 0,-5 0-425,-7 9 503,-15 12-36,-6-25 0,-5-2-14,-8 3 0,-6 0-8,-8 2 0,-4-1-4,-3 2 1,-2-2-373,1-1 0,1-1 378,6-4 0,2-1-11,10-5 1,2-2 280,-5 7-264,19-14 2844,13-7-2603,13-4 608,19-1-781,24-4-66,-2-2 1,2-1-17,-13 0 0,0 0-22,4-1 1,3-2 0,-1 1-55,6-2 0,0-1-48,-7 1 0,1 0 0,1 0-178,-1-1 1,1 1 0,0-1-1497,9-2 1,0-1 0,-2 1 1284,6-3 1,-3 2-1,-7 1 1,-7 2-1,-11 1 1</inkml:trace>
  <inkml:trace contextRef="#ctx0" brushRef="#br1" timeOffset="369555">27073 12841 19899,'-3'-6'3612,"0"2"-1365,3 4-2281,-12-48 79,16 53 16,1-11-27,16 62-17,-9-19 0,-2 1-3,-3-5 0,-2-1 2,0 16 113,-6 5-6,-2-29 17,-1 6 152,2-21 268,0-5-258,3-4 96,4-8-230,6-11-62,11-17-39,0 3 0,1 0-27,11-16-187,-6 15 1,2 1 241,10 0-81,-10 14 0,2 3-14,9-1 0,19 13-98,-16 22 50,-16-3 1,-1 5-194,1 5 0,-3 4-1116,-2 3 1,-4 3 1356,-4 7 0,-3-3 0,1 6 0,-9-4 0</inkml:trace>
  <inkml:trace contextRef="#ctx0" brushRef="#br1" timeOffset="371688">23846 14496 17008,'44'-34'876,"1"0"0,-5 4 0,-3 3 31,-1 8-39,6-5-465,-12 7 1,1-1-495,4-2 1,2-1 328,7-4 0,2-2-793,-10 5 0,3 0 1,0-1 643,9-3 1,1-2 0,3 0-542,-7 3 1,2-1-1,1 0 1,2-1 494,-5 2 1,1 1 0,2-2 0,0 1-1,0-2-360,6-2 0,1-1 0,0-1 1,2 0-1,0 0 339,-4 2 1,0 0-1,2-1 1,-1 0-1,0 1 1,-2 1-16,2-2 1,-2 1 0,-1 1 0,3-1 0,4-2-6,-11 7 1,2-2-1,3 0 1,2-1-1,0 0 1,1 0-1,-2 1 1,-1 1-1,-2 1-183,9-4 1,-2 2 0,-1 1 0,0 0 0,1-1 0,4-1 181,-9 4 0,3-1 0,1-1 1,1 0-1,1-1 0,0 1 1,-1 0-1,-2 2 0,-2 0-61,3 0 1,-1 0 0,-1 1 0,-1 1 0,-1 0 0,-1 0 0,0 0 62,4-1 1,-1 0 0,-1 1 0,0 0 0,-2 0-1,-1 0 15,3-1 0,-2 1 0,-1-1 0,-1 2 0,-2-1 63,3-1 0,-2 0 0,-2 1 1,-4 1 4,-1 0 0,-3 2 0,-2 0 359,17-10 0,-8 2 426,-8 4-434,4-1 950,-33 18-1376,-8 7 1602,-5 2-1877,0 1 2513,-5 4-4725,-4 10 2492,-2 3 1,3-4 0,5-5 0</inkml:trace>
  <inkml:trace contextRef="#ctx0" brushRef="#br1" timeOffset="374448">26758 15065 9705,'4'-9'9830,"0"1"-7809,-4 8-514,0 0-437,-3-48-499,2 35-145,-3-35-225,2 47-167,-4 3-23,-13 10 29,-21 16-29,9-4 0,-1 3-247,2-3 1,-2 4 233,-1 5 0,-3 5 0,4 0-535,0 5 1,3 2 530,2-3 1,0 3-1,5-1-14,3 8 0,8-2-8,7-5 0,7-3-237,7-5 0,8-5 259,9-6 1,7-5-1348,12-4 1,3-5 1363,-6-4 1,3-3 19,4-6 1,5-3 0,-4-3-405,1-4 0,-2-3 417,-9 4 1,1-1 0,-3-5 153,-3-9 0,-3-6 0,-6 2-120,-5 2 1,-4-3 27,3-17 0,1-10 1,-6 3-43,-7-3 1,-5 0-41,0 4 0,-2-4 1,-3 4 104,-7-8 0,-7 5-104,-6 10 0,-7 6 3,-5 10 0,-6 7-9,-6 7 1,-2 7-334,-2 7 0,1 4 302,9 2 1,2 2 0,4 3 0,1 6 639,-7 23 1,4 9-887,11-8 1,3 3 68,1-6 1,-2 2-1,7 2-1742,9 8 1,8 3 0,2-4 1930,4-3 0,2-2 0,-1 9 0,1-5 0,6-10 0</inkml:trace>
  <inkml:trace contextRef="#ctx0" brushRef="#br1" timeOffset="374713">28037 15004 24559,'0'-48'819,"0"0"1,-2 5 0,-5 8-664,-23 18-77,-12 11-34,-10 19-37,21 1 0,2 2-376,-20 20 356,12 6 1,1 6-14,11-8 0,2 2 0,1-2 1,0 4 0,3-1-319,1 12 1,6 0 157,7-1 0,6-3 53,2-12 1,8-2-668,20 9 1,11-6-2449,-4-17 0,3-3 452,7 6 0,2-4 2795,0-8 0,-5-6 0,-7-1 0,-2-2 0</inkml:trace>
  <inkml:trace contextRef="#ctx0" brushRef="#br1" timeOffset="375090">28607 15264 18134,'4'-11'3495,"3"-28"0,-2-4-2481,-8 12-664,6-12 0,-2 3 93,-11 23-253,3 9-201,3 5-84,0 10 89,1 3-5,-2 11-17,0 15 0,1 5 19,2-7 1,0 1-100,-1 12 0,0 4 96,2 1 1,2-4-6,0 13 3,-1-22 0,1-2 14,0 0 146,0-19-84,-1-12 27,4-16 1,2-14-6,7-24-299,-2 15 1,1-3 284,4-4 0,3-2 25,2 1 1,2 1 7,1 3 1,2 2-37,-2 6 0,2 3-290,23-11 251,-1 17 71,3 13-121,2 17-12,-11 5-3,-14 9 1,-2 6-98,4 22-186,-12-14 0,-3 4-173,-7-5 0,-4 0-1566,-5 0 0,-2-1 2059,-5 24 0,2-30 0,3-22 0</inkml:trace>
  <inkml:trace contextRef="#ctx0" brushRef="#br1" timeOffset="375320">29549 14808 28390,'62'7'-8,"1"0"1,-2 9-1,-5 13-15,-26 4 1,-5 8 0,-2 2-914,1 1 0,-3 3 0,-2 0 868,-3 1 1,-3 0 0,-4 1-107,-6-1 1,-4 1-1,-5-1-418,-4-2 1,-5-1-1,-5-1 592,-7 2 0,-4-1 0,1-6 0,3-2 0,0-5 0,-1-5 0,0 1 0</inkml:trace>
  <inkml:trace contextRef="#ctx0" brushRef="#br1" timeOffset="375638">26875 16246 21701,'55'-7'112,"0"1"0,0 0 0,0 0 0,0 0 0,-2 0 0,2 0 0,0 0 0,0 1 0,-1-1 0,-3 1-1424,12 0 1,-3-1 0,0 2 0,4-1 1270,-10 1 0,2 0 0,2 1 0,1-1 0,1 1 0,-1 0-216,2 0 1,0 1 0,0-1-1,1 1 1,2 0 0,0 1 167,-8 1 0,2 0 0,1 0 0,1 1 0,-1 0 0,-1 0 0,-2 0 0,-2 0 2,10 0 1,-3 0-1,-2 1 1,1 0-1,3 1-48,-9-1 1,3 2 0,1 0-1,0 0 1,-1 0 0,-4 1-1,-4 0-474,6 1 0,-6 1 0,-2 0 0,3 1 609,8 1 0,2 2 0,-2-1 0,-6-1 0,11 3 0,-8-1 0,-16-2 0,0 0 0</inkml:trace>
  <inkml:trace contextRef="#ctx0" brushRef="#br1" timeOffset="375905">27152 16548 18117,'-49'6'2179,"0"0"0,-12 2-1137,99-11-541,3-1 0,10 0-1607,-6-1 1,7 0 0,1 0-1,-2-1 1221,2 1 1,-2 0 0,6 0-156,-5 1 1,5-1-1,2-1 1,1 2-1,-4-1 133,4 1 1,-3 0 0,1 0 0,3 0-150,-1 0 0,3 1 0,1-1 0,1 0 1,-1 0 85,-9 1 1,0 1 0,0-1 0,0 0 0,0 1-1,-1-1-192,10 0 0,0 0 0,0 0 0,-1 1 0,-1-1 186,-4 1 1,-1-1 0,-1 1-1,1 0 1,-1 0 145,0 0 0,1 0 0,0 0 0,-2 0 0,-3 0-153,-1 1 0,-2 0 0,-1 0 0,-2 0-16,10-1 1,-3 1 0,-3 1-8,1 0 1,-7 2 825,3 1-7060,-12 3 6760,-26-3 1,-12 1 0,-5-4 0</inkml:trace>
  <inkml:trace contextRef="#ctx0" brushRef="#br1" timeOffset="443062">8892 13553 10164,'55'-7'608,"0"-1"0,1 1 1,-1 0-1,0 0 1,2-1-1,-3 1 1,0 0-1,3-1-364,-2 1 0,3-1 1,0 1-1,0-1 0,-2 1-1503,3-1 1,-2 1 0,1-1 0,5 0 1343,-6 0 1,4 0 0,2-1 0,1 1 0,-1-1 0,0 1-23,-6 0 1,0 0-1,-2 1 1,2-1 0,2 0-1,4-1-125,-8 2 1,4-1 0,1 0 0,3 0 0,0 0 0,-1-1 0,0 1-1,-2 0 1,-2 1 85,3-1 1,-3 1 0,-1-1 0,0 1 0,0 0 0,1-1 0,2 1-57,-5 0 1,3 0-1,2-1 1,0 1 0,0-1-1,-1 1 1,-2 0-1,-2 1 1,-4 0 60,14-1 0,-3 0 0,-4 1 0,-1 0 1,-3 0-131,0 0 1,-3 1 0,-1-1 0,1 1 110,4 0 0,3 1 0,-4-1 0,-5 2-97,3 0 0,-4 0-90,13-1 1,-9 2 1498,-25 7-1065,-52 7-266,-10-1 1,-7 2 94,-1-2 1,-4 0-1,-1 0-97,4 0 0,-1-1 0,-6 1 2,-3 0 0,-7 0 0,-3 1 0,-1-1 0,3 0 18,9-2 0,2 0 0,0-1 0,-2 1 0,-3 0-1,2 0 1,-3 0 0,-2 1 0,-1-1 0,0 1 0,0-1-1,3 1-149,-5 0 1,1-1 0,0 1 0,1-1 0,0 1-1,-1-1 156,0 1 0,1 0 0,-1 0 0,0 0 0,-1 0 0,-1 0 8,4 0 0,-3 1 1,0 0-1,-1-1 0,1 1 1,1 0-1,2-1-176,-1 1 0,2-1 0,0 1 0,1-1 0,1 0 1,0 0 167,2 0 1,1 0 0,0 0 0,1-1 0,1 1 0,1-1 86,-14 3 1,1 0 0,3 0 0,4-1-77,1 0 0,3 0 1,0 0-22,-6 2 1,-1 0-1,4 0-16,-1 1 0,4-1-188,7-1 1,7-1 960,13-2-751,16-2 253,51-13-177,-2-1 0,7-2 144,-5 0 0,4-2 0,2 0-196,-3 1 0,1 0 0,2-1 0,2 0-6,5-2 0,3 0 1,1 0-1,1 0-5,-8 1 1,1 1 0,2 0 0,-1-1-1,1 1-153,3-1 0,1 0 0,0 0 0,0 1 0,1-1 160,1 0 0,1 0 1,-1 0-1,1 0 1,0 1-206,-9 1 0,0 0 0,1 0 0,-1 1 0,-1-1 1,-2 1 182,12-2 1,-3 1 0,1-1 0,3 0-48,-9 2 0,4-1 0,1 0 0,0 1 0,-2-1 0,-4 2 46,3-1 1,-4 0-1,-1 1 1,3 0 53,2-1 1,3-1-1,1 1 1,-2 0-1,-5 0-66,8-1 0,-5 1 1,-5 1 589,4-1 0,-6 0-393,-11 3 1,-10 1 1710,-19 1-1999,-11 3-219,-51 3 1,-21 6 229,32-4 0,-1 0 33,-10 1 1,-7 1-1,-3 1-135,6 0 1,-3 1 0,0 1-1,0-1 191,4-1 1,1 0 0,-2 1 0,-3-1 4,6 1 0,-3 0 0,-2 0 1,0 0-1,0 0 0,3 0-1,-4 1 0,2-1 0,1 0 0,0 1 0,0-1 1,2 1 0,-1 1 0,1-1 0,1 0 0,3 0-9,-1 0 1,2 0-1,2 0 1,-2 0-11,-2 2 1,-1 0 0,0 0-1,2 1-694,-8 4 0,1 0 0,0 1 703,-3 0 0,0 1 0,4 0 0,13-5 0,3 0 0,4-1 0,5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33:57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1402 1240 32767,'49'-9'0,"0"0"0,-3 1 0,2 0 0,-3 1 0,3-1 0,0 1 0,-1-1 0,4 0 0,-1 0-205,-4 1 1,0 1-1,-2-1 215,17-2 0,-6 0 1,3 0-1,-39 6 1</inkml:trace>
  <inkml:trace contextRef="#ctx0" brushRef="#br0" timeOffset="224">1993 1134 32767,'-20'5'0,"4"0"0,4 36 0,4 14 0,1-14 0,0 1 0,-2 9 0,2 3-917,2-8 0,2 3 0,0-4 215,2-2 0,-1-3 0,1 9 0,-1-6 0,2-8 0</inkml:trace>
  <inkml:trace contextRef="#ctx0" brushRef="#br0" timeOffset="680">2822 1559 25461,'-1'-4'779,"0"2"-726,-32-12 0,-16 3 356,-3 13-262,0-12 1,-3 4 112,11 21 0,4 7-270,12-6 0,2 2 245,-12 7 0,3 2 176,-2 19 612,17-4-512,21-5-457,21-11-573,19-12 389,17-16 87,-6-6 135,-10-10 1,-1-4-6,-14 4 0,-1-3-61,10-9 1,-3-3 250,-12 5 1,-4 0 336,5-29 345,-12 7-302,-10 10-834,-6 13-697,0 13-323,-9 7 21,3 10 230,-8 10 496,0 13 29,5 2 431,0 4-703,8 30 67,12-17-13,0-8 0,3-2-34,13 0-2881,20-1-1938,-9-22 5558,11 2 1,-23-13 0,-8-1-1</inkml:trace>
  <inkml:trace contextRef="#ctx0" brushRef="#br0" timeOffset="1131">3098 1472 14094,'13'-46'2057,"1"0"0,-1 0 1,4-17-1,-4 6-1402,-7 23 0,-4 4 348,-4-19-415,-5 16-298,-2 15-291,2 10-33,2 16-115,1 15 150,2 19 17,2 20-431,2-24 0,0 1 418,1 6 1,0 0-6,1 4 0,0-1-6,-1-9 1,-1-2-29,-1-3 1,1 0 13,-1 5 0,0-2 32,2 7 22,-1 15 117,-1-45-45,0-9 85,2-12 880,2-23-1004,3-11-25,-1 10 0,1-2-223,1 2 1,2-1 214,2 2 0,0 1-18,9-15 57,11 1-39,-10 25-12,11-3 29,-4 19-40,3 11-17,-4 3-16,16 24 16,-16-4 23,4 17 5,-24-6-22,-15-9 0,-29 5-8,-1-19 0,-5-2-192,-3 0 1,-1-1 171,-12 1 0,0-4-78,14-5 0,3-5-821,-21-6 114,29-7-9018,32-30 8439,8 18 1,7-9-1,-10 24 1</inkml:trace>
  <inkml:trace contextRef="#ctx0" brushRef="#br0" timeOffset="1532">3938 1352 31602,'-4'6'1165,"1"-1"-1165,3-5 0,0 0 0,-62 38 0,29 2 0,-8-2 0,1 3 0,16 13 0,13-15 0,6-1 0,16 8 0,13 12-280,19-27-227,10-15-69,5-14 508,1-16-122,-29 2 1,-2-4 565,-1-4 0,-2-4-172,-2-4 0,-2-2 366,8-21-530,-15 9 0,-3-2-40,-3-14-124,-2 19 0,-3 0-725,-6-9-396,-1 16-270,-1 13 263,2 11-370,4 14-646,9 10-3175,9 13 5410,3 3 1,-5-11-1,-8-8 1</inkml:trace>
  <inkml:trace contextRef="#ctx0" brushRef="#br0" timeOffset="2458">4423 1773 20670,'3'9'4885,"0"-2"-4299,-3-7 526,0 0-1078,62-56-765,-21 16 744,-11 10 0,5-6 1,-4 4-9,-6 4 0,-2-2-34,2-6 0,2-4 0,-1 0-622,2-5 0,0-1 653,-2 3 1,1-4-1,-3 3-88,2-8 1,-3 2 64,-5 5 1,-4 2-1,-6 7 1,-3 3-12,-9-18-20,-4 21 18,-14 9 12,6 17 534,-12 12-490,-2 24-19,10-4 0,1 4 275,-3 8 1,1 3-305,1 6 1,2 2-17,2 3 0,5 1-62,4 0 1,4 1-93,7-3 0,5 0-73,4-4 0,6-2-56,6-5 0,5-3-28,4-6 0,4-5-331,4-5 1,3-4 338,0-6 1,2-4 212,-1-4 1,0-4 103,-2-6 0,0-5 70,-3-3 0,-1-4 67,-2-6 0,-3-3 53,-4-2 1,-2-2 69,-5-2 1,-3-1 61,-4 3 0,-5-1 646,-3-30-671,-10 24 146,-20 3-157,-7 24 828,-15 4-969,-17 21-100,18-2 282,14 3 1,3 4-283,0 12-6,-1 15-16,14 15-12,9-20-28,16 12 23,12-29 11,14 0 27,7-12 18,4-14 50,4-19 0,-13-7-17,-7-4 40,-11-4 10,-9 5 79,0-4 140,-8 6-285,-3 14 10,-9 6-33,-5 12-33,-6 9 49,-2 10-44,5 0-33,7 18 22,15-11 22,14 12-22,22-15 5,-12-17 0,3-3-626,6-2 0,2-3 626,4-6 0,1-3-2,2-4 0,-3-1-4,-9 1 1,-3-4 14,12-13 0,-5-6-126,-16 6 1,-4-5 122,2-6 0,-1-5 0,-3 0 8,-3-12 0,-3 1-328,-2-1 0,-2 1 320,-3 4 0,-4 4 28,-1 14 0,-3 2-180,-1-3 0,-3 1 191,-3-7 1104,-15 15-1127,7 21 252,-10 14-262,3 23-6,11-4 0,1 3 107,0 7 0,1 5-126,4-2 1,0 2-1,2-1-182,-1 3 1,2 1 114,1-1 0,0 2 0,3-2-773,3 1 1,2 0-187,3 12 0,3 1-2747,5-2 1,4-4 3791,-1-8 0,-1-6 0,9 12 0,-11-28 0</inkml:trace>
  <inkml:trace contextRef="#ctx0" brushRef="#br0" timeOffset="2814">5974 1438 16159,'-40'-3'870,"0"-1"1,-21-2 1690,68 5-2477,24 1-65,-1 0 1,6 0-686,25 1 0,4-1 663,-17 1 1,0-1 3,0 1 1,4-1 0,-5 1 443,-4-2 0,-1-1-431,14-3 0,1-2 0,-8 0 0,-3-3 334,-5-1 1,-4 0-259,14-6 55,-29 4 258,-14 2 2319,-5 1-2207,-10-2 13,-5 3-377,-2 4 1502,-15 2-1564,8 9-55,-12 7-34,4 25 0,12-7-54,8 5 1,4 2-75,6 0-183,3 0 0,4 1-1308,15 14-1643,-7-19 1,2-2 3261,12 20 0,-9-21 0,-11-17 0</inkml:trace>
  <inkml:trace contextRef="#ctx0" brushRef="#br0" timeOffset="3024">6988 1116 20565,'-2'-8'2890,"0"1"-2638,2 7-33,0 0-208,-64-45-22,44 39-65,-20-9 1,3 9-205,26 34 50,-1 8-431,10 3-784,12-7-4442,6 7 5887,4-7 0,-7-13 0,-4-10 0</inkml:trace>
  <inkml:trace contextRef="#ctx0" brushRef="#br0" timeOffset="3390">7309 1226 24104,'-48'10'97,"0"-1"0,-4 14 1,13 4-76,27 11-14,6-5 1,4-1 2,11 4-11,20 5 23,3-14-1,-4-10 0,0-2 6,10 3 152,22-5-80,-37-16 315,18-13-247,-28 2 738,2-28-722,-17 10-66,-6-17 16,-6 7-72,1 11 192,-5 0-170,-3 10 13,-1 5-114,-6 6 229,9 12-677,-7 18 129,15-3-2185,-5 34-3870,24-14 6391,4 11 0,1-25 0,-3-11 0</inkml:trace>
  <inkml:trace contextRef="#ctx0" brushRef="#br0" timeOffset="3740">7813 1363 26788,'-7'32'20,"1"1"1,-1 1 0,1-1-21,-5 24 14,5-24 0,0 0-14,-2 19 22,1-5 96,4-11-6,5-23 184,9-9 63,21-23-118,10-7-127,-11 4 1,2-2-438,1 0 0,1 0 362,2 1 0,1 0-5,1 3 0,0 3-23,-1 2 0,-1 4-11,-4 3 0,1 3-12,24 7-4,-8 11-113,-6 14-522,-9 12 270,-11-2-1566,-14-3 1,-4 2 1946,-6 8 0,1 5 0,-7-29 0</inkml:trace>
  <inkml:trace contextRef="#ctx0" brushRef="#br0" timeOffset="4548">873 2243 12903,'-51'7'933,"0"0"1,3 0-1,6 0 964,7 4-427,5-1-531,10-4-493,10-3 127,11 1-40,13 2 480,21 2-544,-6-2 1,5 0-1128,13 1 0,3-1 724,-7 0 0,5 0 40,8 1 0,8 0 0,-2 0-725,-14-1 1,-1-1-1,4 0 593,2 0 1,5 2-1,1-1 1,-2-1 46,-4 0 1,-1 0 0,0-1 0,1 1-55,5-1 1,0 1 0,1-1 0,-3 0-57,-8-1 1,-2 1-1,1-1 1,5 0 21,-2-1 0,4 1 0,3 0 0,1-1 1,-2 0-1,-2 0-445,-1 0 0,-3 0 0,0-1 0,1 0 0,4 0 450,-4 0 0,4 0 0,2 1 0,1-1 0,-1 0 0,0 0 0,-2-1-253,3 1 0,-1-1 1,0 0-1,-1 0 1,0-1-1,0 1 288,2-1 0,0 0 0,0 0 0,-1 0 0,-1-1 0,-1 1-85,-1-1 1,-1 1-1,-2 0 1,1-1-1,2 0 111,6-1 0,1 0 0,1 0 0,1-1 0,-2 0-44,-1 0 0,0 0 0,0 0 0,0 0 0,0 0 55,1 0 0,-1-1 0,1 1 0,0-1 0,1 1 21,-6 0 0,0 0 1,1 0-1,0 0 1,-2 0-1,-2 0-28,1 0 0,-3 0 1,-1 0-1,0 1 1,1-1 1,11 0 1,0 0 0,0 1-1,0-1 0,0 1 1,-1-1 0,1 1 0,-1 0-4,1 1 1,-1-1 0,1 1 0,-1-1 4,0 2 0,0-1 0,-1 1 0,0 0-2,-1 0 1,-1 0 0,0 0-1,-1 1 4,-3 0 1,1-1 0,-3 1 0,-2 0 3,2 0 0,-3 0 1,1 0 49,9 1 1,0 0-1,-5 0 482,-7-1 1,-2 1-384,14 0 1,-2 0 1657,3 1-1518,-22-2 1653,-16 1-1831,-12 0 3008,-6-1-10626,-4 0 7494,-6-2 0,4 1 0,-4 0 0</inkml:trace>
  <inkml:trace contextRef="#ctx0" brushRef="#br0" timeOffset="6407">6987 2386 28072,'-44'-41'-1784,"10"9"755,32 31 1483,2 1 358,3 0-231,5 1-216,14 2-224,-4-1-207,19 4 808,1-3 166,24 1-1045,-22-3 1,2 0 182,8-1 1,3 1-10,7-1 1,2 1-40,-18-1 0,2 0 0,0 0 32,2-1 0,1 1 1,-1-1-610,2 0 0,1 0 0,-1 0 729,0-1 1,-1 0 0,1 0 85,-2-1 1,1 0 0,-1 0-236,-3 0 0,0 0 0,0 0 353,18-2 1,-1 0 1,-4 0 0,-2 1 65,-3-1 1,-2 0-12,-4 2 1,-1-1-164,-5 1 0,-2-1-82,-5 2 0,-2 0 89,19-1-254,-12 2 0,-12 0 0,-11 1 0,-6 0 0,-8 0 0,1 0 0,-3-2-195,1-1 0,0 1 0,-1-1 0</inkml:trace>
  <inkml:trace contextRef="#ctx0" brushRef="#br0" timeOffset="7381">9321 1333 25292,'8'-5'6059,"-2"0"-4901,-6 5-900,0 0-258,0-15-122,-5 20 244,-6-5-122,-8 28 0,-1 4-242,4-1-592,8-5 3,9-6-564,7-7 4697,10-7-3369,7-9-245,6-9 691,2-8-379,-1-12 0,-13 9 0,-6-4 0,-14 2 0,-8 4 0,-4-6-625,-7 9-1265,0 6 639,2 5 320,2 3 125,2 5 17,2 9 263,-1 8-292,2 13-1425,1 7-5950,4 8 8141,5-6 0,1-14 0,1-12 0</inkml:trace>
  <inkml:trace contextRef="#ctx0" brushRef="#br0" timeOffset="7807">9463 1677 29379,'-27'37'-56,"0"0"0,0 0 0,-12 22 0,13-9-389,30-21-414,9 8-147,14-20 1327,8-8 947,5-8 3,1-7-110,-4-5 324,-7-6-1069,-9-3-416,-9-8 0,-8 9 0,-15-8 0,1 18 0,-17-3-1191,2 9 1291,-8 5 293,-1 4 305,1 8-698,13-3 0,2 3 0,13-7 0,2 0 0,2-3 0,7-3 0,-1-1 0,15-2 0,2-2 0,11-1 0,-13 2 0,-3 0 0</inkml:trace>
  <inkml:trace contextRef="#ctx0" brushRef="#br0" timeOffset="18344">11811 1829 32767,'-31'-49'-461,"1"0"0,6 6 0,1 10-1053,-6 16 1998,14 11-158,-2-1-126,10 11 1616,6 11-2073,2 17-939,10 15 1254,-1-17 1,2 0-810,4 4 0,2-1-140,13 21 354,-7-15 1,-3-1-582,-1 1-149,-4 0 1,-4 0 640,-12-1 769,-12 11 740,-22-21 1168,-21-10 91,2-8-1254,5-7 1,0-3-343,16-3 1,1-1-17,-12-1 1,1-3-531,-3-8 0,20 0-1011,14 3 807,22-5 0,-7 12 0,9-4 1</inkml:trace>
  <inkml:trace contextRef="#ctx0" brushRef="#br0" timeOffset="19044">12500 1587 32248,'-36'43'173,"0"0"0,2 2 0,9 4-173,17 8 0,7 0-426,-2-12 0,1-1 89,1 19 0,1-2-88,2-21 1,0-1-43,0 15 1,1-1 64,0-18 0,0-4-398,1 14-78,-2-22 67,-8-22 1464,-5-19-1067,-6-18 87,1-17 346,9 22 1,1-2 74,2 0 1,2-1 87,-1-28-76,4 8-45,6 11-757,9 8 1992,15 10 280,16 7 260,-1 8-1499,-2 7 1,2 2 225,-14 0 0,0 1-414,12-1 1,-1 1-150,10 0 0,-16-1 0,-14-4 0,-9-3 0,-7-2 0,-3 2 0,-3 4 0,-1 2 0,-3 9 0,-3 8 0,-2 12 0,2 7 0,5 6 0,7-9 0,20 16-854,3-17 604,15 10-490,-2-18 435,8-12 477,-16-10 587,9-18 459,-25-1-2138,-5-14 1,-4-3 1791,-4-1-721,-8-10 0,-6-1-218,-5 13-290,-3 4 0,-3 1-497,-14 4 85,-11 0-309,-1 13 1175,1 14 3953,6 12-4050,9 15 0,13 11 0,20 10 0,28 4 0,-13-23 0,11-6 0</inkml:trace>
  <inkml:trace contextRef="#ctx0" brushRef="#br0" timeOffset="19387">13429 1830 32767,'-12'-40'0,"16"21"0,39 65-103,-18-19 1,1 0-629,0 1 1,-1 1 489,-4-2 0,-3 0-299,4 21-57,-35-2-125,-17-17 2418,-12-7 14,-8-19-1109,15-15-601,-3-8 0,11-18 0,14 9 0,14-22 0,8 28 0,22-19 0,9 20 0,-1 8 0,3 4 0,20-3-383,-13 9 1,1 3-2497,-16 3 0,0 2 3192,3-1 0,-2 1 0,8 3 1,-21-1-1</inkml:trace>
  <inkml:trace contextRef="#ctx0" brushRef="#br0" timeOffset="19704">14070 2000 32767,'50'-14'0,"-16"4"0,15-18 0,-23 0 0,0-14 0,-11 6 0,-11-23 0,-7 34 0,-14-18 0,-10 30 0,-24 3 0,5 11 0,-5 8 0,22 5 0,-1 27 0,17 1 0,-3 12 0,20-12 0,7 1 0,2-9 0,4-1 0,3 8 0,2-1-1918,2-9 1,2-2 1549,-1-4 1,-2-3-1,3 2 1,0-1-1</inkml:trace>
  <inkml:trace contextRef="#ctx0" brushRef="#br0" timeOffset="20787">16330 2200 32767,'-7'-32'0,"-1"-1"0,3-8 0,0-5 0,3 1 0,2-15 0,2-2-982,0 3 1,1-4-1,0 4 855,2-2 0,1 2 166,1-2 1,0 4 89,-3 21 1,-1 4-313,2-20-634,-5 22 472,-11 46 419,0 4-73,-6 27 0,0 9-65,7-21 1,1 2 169,-1 2 0,-1 4 0,1 4-158,4 3 0,0 6 1,2 1-1,1-4-800,-1 2 0,1-2 0,1 3 819,-2 0 0,1 2 1,0 2-1,2-3-133,3-4 1,2 0 0,1-3 0,0-5-241,1 4 1,2-2-406,4 12 0,2 5 0,1-11 103,-4-20 1,1-5 60,2 12 0,-1-13-689,-7-27 701,-17-35 307,-3-14 316,0 12 1,-4-6 0,1 1 155,-4-9 0,-1-1 101,0 2 0,-1-4 0,1 5-69,-1-2 0,0 3 233,-4-3 1,-2 3 203,3 10 1,0 3-627,2 2 0,0 2 143,-16-17-107,22 23-263,25 14 300,26-2 60,3 8 0,4 1 388,0 0 1,4 0-357,14-2 1,9-1 0,-3 0 679,-16 0 0,-2 0 0,4-2-642,6-3 0,5-2 1,0-1-1,-8 1 66,-9 1 1,-5-1 0,0-2 28,7-7 0,-1-3 0,-6-2 36,-9-1 1,-4-1-45,4-6 1,-3 0 40,-7 4 0,-4 1 44,3-17-228,-12 13-261,-8 15-514,-2 9-277,1 7 715,-2 23-226,2 19 207,-1-3 1,1 4-683,-1 12 1,0 1 859,0-6 0,-1 1 41,0-4 0,-1 1 0,-1 1-311,-1-2 1,-2 1 0,1-1 340,-3 19 1,0-2 5,0-5 0,1-4-88,3 9-253,7-31 330,2-8 50,20-27 172,10-21-95,-7 4 1,2-2-6,0-3 0,1-2-1,5-6 1,-2 1-1,11-12-61,-18 20 0,-2 2 52,-3 8 2118,-1 1-2362,-5 12 1449,-1 12-1476,-1 3 497,11 25-568,-5-6 1,10 15-2,-3-13 21,3-8 70,2-10 25,4-13 238,-7-8 199,17-28-137,-18-2-105,-8 8 1,-1 0 35,-2-11 264,-7-11-194,-11 26-173,-5-5-264,-3 21 107,-12 12 494,5 12-77,-7 16-176,10 16-398,10 11-352,9-24 1,3 1-2276,5 2 1,2-1 2906,2-3 1,1-2-1,6 9 1,-8-18-1</inkml:trace>
  <inkml:trace contextRef="#ctx0" brushRef="#br0" timeOffset="21336">19569 2078 20727,'7'-34'2170,"0"0"1,-1-17-1759,1 6 0,-4 1 89,-11-7-271,-13 12-170,-19 13-12,-16 12-223,22 11 1,-1 4 193,-2 4 1,2 3 222,1 4 0,3 2 237,-15 26-103,20 11-98,29 5-253,10-26 0,7-2 15,9 2 1,7-3-461,9 0 0,4-2 516,6 0 1,2-1-360,2-2 0,0 0 1,-5-2 1,-1-1 40,-8-1 1,-5-2-76,12 8 216,-21 4-25,-34-8 3,-23 11 5,-1-16 1,-6-2 108,-8 2 1,-4-2-370,-6-1 0,-1-2 364,-2-1 0,1-3-9,13-2 0,-1-1 466,-8-3 0,2-3-1228,-11-17 50,2 1-2965,30-19 3677,30 14 1,-1 4-1,4 9 1</inkml:trace>
  <inkml:trace contextRef="#ctx0" brushRef="#br0" timeOffset="21703">20356 2036 24676,'-52'-3'205,"1"0"0,4 1 0,4 7-147,-6 26-46,11 8-24,15 6 15,16 14 0,10-19 5,19 13 20,20-24-1,-7-5 104,18-6 92,-23-16 97,2-9-4,-7-9-83,-7-13-66,-7-9-44,-5-8-25,-5-3-11,-5 5 27,-5 8-35,-7 10-152,-16 12-11,8 9-62,-8 9-1730,3 23-5988,17 6 7864,2 12 0,13-19 0,5-12 0</inkml:trace>
  <inkml:trace contextRef="#ctx0" brushRef="#br0" timeOffset="22360">20535 2566 23142,'-7'4'2980,"1"0"-2583,6-4 96,0 0-202,12-60-100,2 24-51,4-15 0,3-3-73,-4 19 0,1 2-233,7-14 0,-1 0 177,-5 11 0,-2-1-463,8-17 1,-1-1 459,-3 4 1,-1 0-382,-4 9 1,-1-3 0,0 2 383,2-17 1,-4 1 2,-4 9 0,-4 4-12,-8 11 1,-4 4-3,-19-9 6,-16 22-6,-6 22 11,-1 16-20,24 7 1,4 5 3,-6 16-317,14-1 1,4 4 301,5-7 1,3 2-12,1 13 0,3 4-21,2-14 0,3 2 0,0-2-4,5 12 0,2-3 28,0-4 0,1-4-28,0-12 0,0-6 697,7 9-837,4-3 1244,0-18-1104,9-27 101,-2-18-11,-1-8 27,1-18 29,-9 7 67,3-9 95,-6 6-180,-10 21 1132,-6 6-1237,-6 17-6,0 7 11,0 12 0,2 30 11,7 4 0,0 5 0,15-3 6,4-14-14,-3-14 0,1-2 2,20 7 46,7-9-29,-22-19 51,4-13 56,-12-14 16,10-27-72,-15 12 8,-7 0 0,-1 0-2,-3-7-34,0-8-12,-4 15-50,-3 18-195,0 5-281,0 11 6,0 12-1457,3 13-3450,3 11 5422,0 4 0,0-9 0,-3-10 0</inkml:trace>
  <inkml:trace contextRef="#ctx0" brushRef="#br0" timeOffset="23010">21882 2385 23747,'16'-40'470,"0"-1"1,1 1-1,-2-1 1,0 0-1,-3 1-350,1-14 1,-3 1-389,-2 8 1,-2 0 418,1-13 0,-3-1-331,-4 7 0,-2 1 345,-1 3 0,-3 2-61,-3 4 0,-3 6 107,-14 7-211,4 16-23,-10 22 23,16 5 5,-2 16 1,1 7 2,7-1 1,2 3-1146,-5 22 1,2 1 1125,5-14 0,2 1-75,1 2 0,1 4 0,1-3-282,1 4 0,1 0 172,1-5 0,1 4 0,0-4 3,0-3 0,3-3-480,7 14 1,2-4 71,-5-23 0,0-1 388,2 6 1,0-2-796,3 5 722,-7-35 2556,0-16-2181,-3-30 18,-10-21-35,-4 7 37,-3 19 1,-5-1 198,-5 2 0,-3 2-45,0-1 0,-2 2-3,-3 0 1,0 3 260,-11-5 984,17 15-1247,12 6 527,24 8-830,5 0-76,17 4 1,8 3 13,-4 0 1,2 0-134,7 1 0,2-1 221,-5 1 1,1-1-1,-4 0 19,-9 0 0,0-1 6,22-2 0,1-4 24,-24-5 1,-2-2 48,24-16 89,-11-10 90,-27 6 128,-13 1 152,-10 2 67,-6 4-79,0 3 217,2 8-609,4 6-112,3 4-10,0 14-7,0 15-50,0 23 3,5-14 0,1 2-991,3 6 0,3 0 943,-2-7 1,2 1-247,5 8 0,1 0-1242,-1-2 0,0-2-1914,0-2 0,1-1 3492,-2-2 0,0-5 0,-1-6 0,-4-15 0</inkml:trace>
  <inkml:trace contextRef="#ctx0" brushRef="#br0" timeOffset="23204">22562 1956 21646,'-5'-13'1677,"-14"-29"1,-3-5-1257,4 13-349,-5-12 1,1 4-78,11 25-147,5 12 196,8 16-440,5 16-299,9 18 210,2-2-1584,-1-3 1,1-1-3117,1 3 5196,-2-5 0,-2-4 0,-5-13 0,-2-2 0</inkml:trace>
  <inkml:trace contextRef="#ctx0" brushRef="#br0" timeOffset="23560">22999 2117 23372,'3'-5'3770,"-2"1"-2907,-1 4-731,-49-44-275,30 42 152,-16-7 1,1 8 46,15 43-111,7-10 0,2 1-189,5 26 149,14-3-32,12-7-108,12-9 134,6-13-50,1-12-1,-3-17 118,-10-6 221,6-29-30,-14-3-76,-8 10 0,-2-4 19,-4-7 1,-3 1-39,-3-17-1,-3 19 1,-4 2 22,-14 0-73,-9 0-84,-2 14-106,2 14 5,7 16-362,10 14-847,12 16-2022,15 10-2328,4-7 4900,10 4 0,-16-29 0,1 0 1</inkml:trace>
  <inkml:trace contextRef="#ctx0" brushRef="#br0" timeOffset="23903">23411 2165 29363,'-9'-47'-1018,"1"23"767,5 68 150,1 10 24,2-9-78,4 18 89,0-30 72,3 6-107,-3-26 264,0-14-97,4-15 19,5-15 21,8-18-42,-8 18 1,1 0-209,2-3 0,1 1 219,0 2 1,0 1 36,16-17-90,-5 16-38,-5 16-7,-6 9-78,13 17-55,-4 11-186,12 22-476,-6 10-4098,-16-15 1,-2 1 4504,4 19 1,-6-9 0,-9-32 0</inkml:trace>
  <inkml:trace contextRef="#ctx0" brushRef="#br0" timeOffset="24553">25429 1774 22040,'7'-46'1288,"-1"0"0,0 1 1,-2 6-859,-1 13-185,-6 1-327,-7 12 95,-19 15 364,4 5-73,-25 22-300,12 10-367,12-10 0,1 3 436,1 4 1,1 2 3,1 3 1,3 0-37,4 0 0,2 0-36,5-5 1,4 0-375,15 24-105,18-13-1113,-2-30 1,2-3 1656,13 2-241,-8-19 0,-2-4 577,-6-6 643,16-27-625,-23-2-268,-9 2 1,-3-2-220,-2 3 0,-2-2 62,-2-9 0,-3 2 2522,-2-14-2779,-6 1-181,-3 23 61,4 8 1224,-2 10-1244,8 18 34,0 11-756,6 14-2368,11 22 3489,4 3 1,-1-14-1,-6-14 1</inkml:trace>
  <inkml:trace contextRef="#ctx0" brushRef="#br0" timeOffset="24936">26290 1651 25391,'3'-49'479,"0"0"1,0 9 0,-3 6-673,-6 5 674,-5 19-615,-7 8 235,-7 24-141,5 12 1,1 9-7,1 5 0,2 3-457,-2 4 0,4 3 478,6-13 1,2 1 0,2-1-382,0 12 1,3 2 158,1 0 1,1 6-1,0-5-481,0 3 0,0-1 421,2-6 1,-1 4 0,-3-6-176,-5-4 1,-4-4-18,-4 8 1,-5-4-120,-6-11 0,-5-8 587,-2-8 0,-3-11 387,-5-17 1,1-11-46,8-5 0,4-7 109,0-16 0,7-4-216,9 11 1,6-2 232,7-11 0,8 1-160,2 10 1,7 1-8,4 3 0,4-1 0,2 2-228,13-6 0,3 4-31,-7 9 0,2 2 1,-1 4-21,3 1 1,0 3-51,10 0 1,1 3-133,-12 4 1,1 2-410,7 0 1,0 0-2261,-5 3 1,-3 0 2859,20 0 0,-28 2 0,-18 2 0</inkml:trace>
  <inkml:trace contextRef="#ctx0" brushRef="#br0" timeOffset="27686">28448 2481 11194,'5'-6'4915,"17"-27"0,1-5-3935,-13 14-437,11-20 1,-10 0 140,-51 11-494,-2 4-157,9 16 1,-4 7-29,-7 15 1,0 7-14,11-2 0,1 3-1,-6 4 1,3 5 8,8 8 0,5 3-2140,4 15 2140,5-21 0,4 1-177,16 5 0,5-2 165,7 1-1260,18 4 1,6-2 1271,6-7 3,3-2 0,3-1-13,-16-12 1,-1-1-2,12 6 0,-2 0 5,-15-7 1,-3 0 1001,14 9-945,-46-14 653,-31-5-698,2-3 0,-3 0 2,1-1 0,-3-1 349,-6-2 0,-6-1 1,5 0-350,8 0 0,0-1 12,-6-1 1,-4-2 0,5 0-110,5-1 0,4-1-163,-25-8-1428,21 2-645,27 9 2325,22 0 0,-9 5 0,10-2 0</inkml:trace>
  <inkml:trace contextRef="#ctx0" brushRef="#br0" timeOffset="28019">29029 2616 23926,'-54'28'95,"13"5"-33,40 11 33,16 3-34,16 0 29,11-7-17,-4-12 145,5-6 387,-7-14-156,-2-7-63,-2-13-240,-16-6 55,-1-15-66,-3-11-85,-3-4 6,0-6-22,-6 17-85,-2 10-94,0 12-1883,-1 7-2386,-2 8 4414,-1 3 0,0 0 0,2 1 0</inkml:trace>
  <inkml:trace contextRef="#ctx0" brushRef="#br0" timeOffset="28478">29659 2516 24419,'19'-54'692,"1"0"1,-2 5 0,-5 12-704,-10 26-124,-1 8 46,1 14 61,1 18 28,2 25-3,-3-17 0,-1 4-330,-1 6 1,-1 2 357,-5 2 1,-3 1-21,-2-3 1,-3-1-6,-3-4 0,-2-4 0,-11 16-29,10-29 1,-1-4 146,-2-3 145,-3 2 28,13-19-106,6-13-45,3-10 674,3-13-763,4 3-1,10 1 0,2 1-22,4 3 92,19-18-142,2 25-17,-7 9 22,17 1 6,-11 19 11,-10 2-23,10 25-21,-20-8-7,3 14 12,-24-10 22,-35-3 34,2-13-6,-4-9 0,-1-3-39,-8-5-594,-2-7 0,-1-3 14,19 0 0,0-2-2896,-10-5 1,2-3 3503,1-10 0,18 10 0,14 8 0</inkml:trace>
  <inkml:trace contextRef="#ctx0" brushRef="#br0" timeOffset="29443">30478 2985 22352,'20'-51'1038,"0"0"0,-3 5 0,-2 9-993,-7 19-26,-5 9-92,-3 14 73,-4 36 23,-4 19-16,2-18 0,-1 6 1,0 0-756,0-3 1,-1-1 0,0 0 747,0 2 0,0 0 0,0 0-2,-2 2 0,-1 1 0,1-3-15,-4 14 1,-1-1-32,3-11 1,-2 1 0,1 0 39,-2 1 1,1 0-1,0-5 13,-1 0 1,1-3 22,0 2 0,1-9 260,4-22-249,2-8-22,2-35 5,3-7 0,1-5 112,2-7 0,0-2-123,0-4 0,2-1 15,1 12 0,1-1 1,1 1 12,4-13 0,2-1-26,-2 10 0,1-2 0,1 1-4,0 3 1,0-1-1,2 0 2,4-5 0,1-1 1,0 4-18,1-3 1,0 1 1,0 5 0,2-1 1,-1 2-11,3-1 0,2 2 0,-4 8 1,1-1 0,4 1-743,6 0 1,4 2-1,-1 3 745,1-1 0,2 6-1,17 0 1,1 11-719,-22 18 1,-2 5 715,1-4 0,-2 7-194,5 20 0,-5 9 169,-16-6 0,-4 4 5,6 17 1,-11 2 19,-23 2 0,-11-4 11,8-16 0,-5-3 63,-10-7 1,-6-2 0,-1-5-64,-9-4 0,-4-5-16,2-2 1,-4-1-1,4-1-12,-2-1 1,1-2-211,5-5 0,-1-2 0,7-1-454,-2-6-1775,-13-16 2470,45 4 0,5 3 0,7 6 0</inkml:trace>
  <inkml:trace contextRef="#ctx0" brushRef="#br0" timeOffset="30169">31269 2702 25231,'-1'-39'-118,"3"11"107,23 54-12,5 10-2,-7-5 0,0 3 0,-6-3 0,-1-1-267,-1-1 1,-3 0 279,-7 19 172,-13-17-87,-16 5-34,3-16 79,-13-7 78,15-14 118,-2-15 210,10 1-334,5-21-61,15 2-96,5 7 1,5-1-3414,25-16 3377,-19 23 0,2 2-3,2 5 1,2 3-315,2 4 1,2 3 268,-1-2 1,1 2-23,5 2 1,-2 1-7,7 3-150,1 2 167,-28 0 57,3 1 72,-17-4 3107,-2-1-3147,-2 1 759,-4 0-672,0 1 78,-19 3-56,7-1-44,-18 7-57,10 1-29,-6 12-9,11 1 38,5 1-79,11 3-22,16 5-2,6 1 45,19 6 44,6-13 6,-6-9 66,9-8 120,-11-14-124,-5-2 88,-3-25-96,-21-2-83,0-7 62,-9-5 46,-5 9-11,-5-5 16,-9 2-120,3 14-53,0 5-73,7 12-273,5 8-67,-2 8-610,0 9-1274,1 12-4651,2 8 7006,5-3 0,1-12 1,1-11-1</inkml:trace>
  <inkml:trace contextRef="#ctx0" brushRef="#br0" timeOffset="30654">32116 2737 20506,'25'-50'955,"1"1"0,-2 3 0,-3 7-669,-6 14 613,-3 8-869,-9 14 287,0 19-308,0 14 13,1 27-28,-2-22 1,-1 2-91,-1 3 0,0 0 103,-3 3 0,-2-2-11,2-9 0,-2 0 23,-6 9 0,-1-1-21,-7 6 2,-6 11-2705,8-31 2853,6-12 481,5-11-491,3-8 113,-1-22-133,3-6-18,1-23 202,9 1-225,2 18 1,2 1-46,5-6 1689,-2 12 0,2 6-1724,0 13-11,11 0 25,-8 13-34,21 19 11,-12 7 10,-8-5 0,-1 2-19,7 25 4,-10 1-18,-12-3 3,-17-6 11,-17-10-26,-18-10-37,-13-11-523,-4-10 381,15-6-1749,-8-16-3432,32 1 5407,-3-7 1,19 14 0,8 5 0</inkml:trace>
  <inkml:trace contextRef="#ctx0" brushRef="#br0" timeOffset="31044">32506 3156 25674,'22'-23'222,"0"-1"0,-1-3 0,-3-1-175,-7-4 1,-4-1-551,6-24 548,-4 7 0,0-2-1379,-4 15 0,1 0 1356,1-8 1,0 0 360,-1 2 1,0 4-193,0-5-63,1-8-66,-5 29 157,-2 12-241,1 9 2303,-1 13-2276,-1 16-5,-1 23-6,-1-15 1,0 4-613,0 5 1,-2 3 566,-2 4 1,0 1-42,0 1 0,-1 0-399,0-1 1,0-1 120,3-3 1,0-2-197,2-5 0,1-1-355,3-7 0,3-2-2748,6 16 3669,10-17 0,-9-15 0,1-9 0</inkml:trace>
  <inkml:trace contextRef="#ctx0" brushRef="#br0" timeOffset="31919">32841 3218 24592,'-6'-32'249,"0"0"1,3-22-250,18 51 16,13-3-4,10 0-1,5-1 0,-9 0 6,9-14 16,-18 0 12,3-13-11,-16 8 95,-13-13-6,-11 15 90,-9-9 45,-4 13-62,0 8-95,3 6-85,5 4 7,-4 11-1,-1 16-22,1 1 28,-2 23-28,17-6-73,1 15 6,9-10-149,7-12 1,3-2-441,15 13 101,-6-16 1,1-1-1193,17 6-975,0-14-1238,-1-12-527,-2-13 2017,-4-13 2599,-8-14 1456,-6-11 1417,-6-5 594,-4 0-689,-2 3-992,-4 6-637,-1 7-472,-2 7-246,2 9-520,-2 7-63,0 4 29,1 10 11,2 7-1,-1 13 24,0 10-29,-5 6-17,-3 0 12,-4-2 5,1-6-22,1-10 22,3-8 129,1-8 291,2-6-330,8-20-17,0-3 62,14-27-107,-9 17 57,11-10-57,-11 23-6,11-6-27,-9 14-23,3-1 0,-5 11 34,0 8-17,-1 8-17,-1 9 6,-3 5 6,-3 0-1,-3-3 6,-1-6 17,0-9 78,0-6 118,0-5 0,7-9-163,-1 1 51,12-13 22,0 0 51,6-3 16,-2 3-84,-4 7-111,-8 7-23,-3 9 28,-4 2-28,6 18-45,0 6-711,7 26-2862,-3-5 2798,-1 1 0,-7-27 0,-4-12 0</inkml:trace>
  <inkml:trace contextRef="#ctx0" brushRef="#br0" timeOffset="33895">33513 4019 20112,'15'-29'523,"-1"-1"1,7-17-558,-26 42 12,-3 3 55,-19 3-10,-2 5-7,-15 4-21,11 4-12,11-2 0,8 2 73,12 3 45,8 0-23,11 5-50,16 0-16,12 2-7,-6-3-78,16 9-145,-29-11-342,4 6-582,-25-11-1407,-15-3-3226,-12-2 5427,-6-3 0,8-2 1,7-3-1</inkml:trace>
  <inkml:trace contextRef="#ctx0" brushRef="#br0" timeOffset="34076">33325 3961 22884,'39'-41'252,"-40"31"-246,-50 44-216,12-8 0,-2 3-2691,3-2 0,2 0 2901,4-2 0,3-1 0,-8 7 0,19-13 0</inkml:trace>
  <inkml:trace contextRef="#ctx0" brushRef="#br0" timeOffset="36190">2916 3709 17356,'-2'-7'3724,"0"2"-3385,-11-23 0,-5-4-177,2 16-106,-3-17 0,-5 6 152,-23 34-157,14 3-7,0 3 1,-2 6 11,4 6 0,1 5-25,0 1 0,0 3-1427,-2 10 0,3 0 1401,11-14 1,4 0 8,1 16 0,4-2 624,3-1-627,6-6 0,6-1 96,26 2 22,11-10-17,5-8 30,-9-28 1,-1-6-70,6-4 14,-2-6 0,2-6 109,-9-1 0,-4-2-20,-1 0 0,-2-1 6,-1-5 0,-6 0-14,-7-7 208,-11-7-163,-7 26-73,-1-4 2092,0 20-2310,2 7 44,2 7 18,1 18 21,1-1-22,10 40-84,2-12-170,-3-12 1,1 1 105,-1-6 0,1-1-306,12 28 158,-4-18-954,31-4 936,-11-32 270,18-1 100,-3-33-896,-9-9 980,-1-3 39,-20 13 1,-2-3 21,-3 2 1,-2 0 58,-1 1 1,-1 0 14,9-21 727,-16 19-733,-6 21-207,-2-1-129,-2 13 1129,0 11-1028,-1 22-11,1-5 236,1 26-242,1-13-5,1 9 5,2-7 17,4-12 39,3-15 45,4-14-45,-1-9 34,10-14 78,7-16-73,3-4-45,-3 1 45,3-1-89,-13 18-12,11-4-27,-9 16 22,-4 5-85,11 16-66,-7 6-90,11 13-174,-5 5-341,2 3-404,4 0-984,9-4 1551,-5-11 130,-3-13 1,2-5 461,20-6 76,-15-3 1,0-3-498,-7-4 1,-3-3 684,18-10 160,-21 3 1,-4-3 282,1-10 551,3-15-703,-19 10-263,-6 11 437,-18 1-582,-7 19 1262,-22 8-1353,-9 20-30,22-5 0,2 3-74,0 3 1,2 1 37,-16 23-29,19-1-21,14-8 32,19-9-16,13-14 17,19-15 50,11-17 1,-9-4 55,-11-5 0,-1-3-306,-11 4 1,-2 0 269,6-5 0,-1-3 109,0-15 0,-2-2-25,-8 11 0,-2-1 19,6-18 1,-3 1-62,-6 19 0,-4 3 170,-2-8 1,-3 5-54,-3 5 180,-11-11-303,2 39-56,-7 13 0,3 26-5,3 27 91,6-19 1,2 3-207,1 7 0,1 4-633,0-4 1,0 4 0,0-3-2107,1 5 1,0 0 2847,0-6 0,0 1 0,0-9 0,1 2 0,1-2 0</inkml:trace>
  <inkml:trace contextRef="#ctx0" brushRef="#br0" timeOffset="36907">6466 3964 15714,'-48'41'1228,"-1"0"1,8-5-1,9-9 1108,19-23-650,14-17-471,5-14-372,6-15-345,0-9-134,2-2-73,-2 6-67,-3 14-97,-4 14-177,-3 14 79,-2 16-29,-1 18-12,-3 24 12,0-18 0,-1 2-3,-2 5 1,-1 2-15,-2 10 0,-1-2-170,4-16 0,1-2 181,-2 8 1,1-4 11,4-10 83,0-3 18,3-20-34,0-20-40,4-17-27,3-25-1,-1 20 1,1-3-370,1-7 1,1-3 385,1-6 1,2-1 2,1-2 0,2 0-3,-1 0 1,2 0-4,1 6 1,0 3-12,-1 6 1,0 2-40,0 9 0,1 3 19,16-12-16,3 21-16,5 20 21,0 22 40,-5 26-20,-23-13 0,-4 3-396,-4 7 1,-5 1 389,-9 4 1,-6 1 8,-6 1 0,-6-2 22,-5-4 1,-4-2 2,0-6 0,-2-4-8,4-8 0,-1-5 106,-24 2 1043,13-20-998,10-16 53,13-11-126,11-8-44,17 2-35,13 4 810,17 12-882,14 10-39,12 17 16,-26-1 1,0 3-215,2 4 1,0 2-19,1 2 1,0 1-625,-1 1 0,1 0-256,0 0 1,0-2-1266,0-1 0,1-3 2456,4-3 0,-1-3 0,4 2 0,-6-9 0</inkml:trace>
  <inkml:trace contextRef="#ctx0" brushRef="#br0" timeOffset="37323">7259 4070 25130,'-44'-28'269,"0"0"0,5 1 0,8 10-258,20 22-5,6 4 5,14 4-11,10 1-34,17-3 40,11-5-1,4-7 12,-2-7 50,-10-8 23,-11-8-23,-12-6 6,-8-4 28,-9-2 28,-8 4 16,-8 5 18,-9 8-12,-6 9-73,-6 9-44,-5 12-34,1 12 33,4 13-5,10 11-56,14 9-28,14 4-420,15 0 465,12-5-45,11-8 19,-11-25 1,0-4 19,10 4 23,14-7-62,-20-21-50,9-8 5,2-13 22,2-9-50,-18 9 1,-1-1-175,10-10-386,-2-7 689,-9 5 0,-15 24 0,5-11 0</inkml:trace>
  <inkml:trace contextRef="#ctx0" brushRef="#br0" timeOffset="38007">7670 3884 24144,'-4'-39'406,"0"-1"0,-2-22-333,-8 83-6,-3 11-39,-5 12-150,8-12 0,1 2 133,1 4 0,1 0 27,1-6 0,2 0-27,1 18 0,7-3 73,15-1-22,4 8 73,24-24 83,19-20-134,-9-5 3,-14-10 0,1-5 61,-6-7 1,-4-2 199,23-13-231,-21 4 1,-2-2 61,-2-18-115,-13 16 1,-2-2-1,-3-7 1,-3-1-18,-2 9 1,-2 1-18,-1-2 1,-3 3-8,-2 1-34,-5 7-101,1 16-68,-2 5 52,4 9-729,-1 27 336,3-11-1132,5 29-5981,18 1 7634,0-6 0,2-6 0,-12-27 0</inkml:trace>
  <inkml:trace contextRef="#ctx0" brushRef="#br0" timeOffset="38357">8565 3915 22918,'-3'-53'941,"1"0"0,-6-1 0,-5 12-600,-8 28-167,-12-2-101,12 11-28,3 10-40,8 2 18,0 25-12,8 0-6,-1 8 7,9 18-1,0-26-11,2 4 0,2 0 22,6 3-11,10 16-5,-1-19 5,-2-5-22,-7-6 5,-8-7 6,-10 1-11,-14 0-50,-16 6-169,-20 0-3,21-13 1,-1-2-79,-1-1 0,1-4-1324,-26-10-623,25-18 24,16-8-7597,30-20 8263,-2 23 1,3 0-1,-9 20 1</inkml:trace>
  <inkml:trace contextRef="#ctx0" brushRef="#br0" timeOffset="38540">8514 3859 9912,'3'-5'9830,"-2"2"-5165,-1 3-3976,-27-15-560,12 19-20,-20 7 1,-2 7-82,0 26-37,6-6 1,2 0-60,2 10-380,14-10 0,3 2-1672,3 15-516,8-16 1,2-1 2323,10 11 0,1-20 0,-4-16 0</inkml:trace>
  <inkml:trace contextRef="#ctx0" brushRef="#br0" timeOffset="38923">8747 4162 26222,'21'-37'4,"0"0"0,-1 3 0,-2 12 12,-5 25 18,12 3-23,14-3-16,-3-2 44,25-11 6,-21-3 16,13-12 18,-23-2 38,-12-5 29,-9-4-34,-9 0 11,-10 4 17,-8 6 6,-6 9-85,3 7 74,-14 8-102,11 9-22,-12 9-5,14 4 5,-8 28-33,15-3-12,5-10 1,2 2-280,5-3 1,4 1 110,3 1 1,5-1-172,2 1 1,5-2-348,6-3 0,3-2-517,22 13 1237,-5-21 0,-1-5 0,-10-4 0,18 1 0</inkml:trace>
  <inkml:trace contextRef="#ctx0" brushRef="#br0" timeOffset="39257">10012 3961 22313,'0'-6'1686,"-2"-26"0,0-9-1137,-2-6-1161,1-6 1,0-4 748,2 18 1,0 1-10,0-2 1,0-1 97,1 0 0,0 1-114,0 4 0,0 2 101,0-18 265,0 18-416,0 17-79,-1 11 11,-5 15 818,-2 19-817,-6 29-1,5-15 0,1 3-247,1-5 0,-1 3 230,2 5 1,-1 6-1,1-3-658,-1 7 0,2 1 587,0-3 1,1 3 0,1-1-613,1-10 1,3-1 0,0 0 165,2 0 0,2-1 1,1-2-49,1 8 0,3-2-1081,3-8 1,3 0-1,-1-6-493,9 12 1827,1-14 0,-1-7 0,-10-17 0,4-6 0</inkml:trace>
  <inkml:trace contextRef="#ctx0" brushRef="#br0" timeOffset="40497">9964 4182 15832,'-8'-9'2991,"-30"-22"0,-10-3-1484,0 8-1210,-1-7 0,-1-1 817,2 8-834,31 9-184,6-3-79,33 4-12,24 1-16,-12 7 0,4 0-1,8 0 1,1 0-292,-8 1 1,2 1 265,21-6 1,-1-2 22,-21 4 0,-1-3 3,17-5 0,-2-3 16,-16 1 1,-5-2 33,-3-2 1,-3 0 19,-5 0 0,-3-1 154,6-21 84,-14 7 100,-8 9 18,-7 8-74,1 8-150,-3 6-169,-1 10 566,2 4-555,-5 22-22,3 0-5,0 12 0,0 5-932,2-6 0,1 1 931,-1 7 1,-1 3-3,2-6 1,-1 1 0,2-2-117,0-1 0,0 0 116,-1 16 0,0-3-3,7 8 11,-2-32 84,6-14-5,-1-19-17,9-11-34,-1-2 84,17-30-50,-7 9-28,11-17-34,-7 17 1767,-5 10-1773,-7 12 273,1 8-301,-4 7 7,8 7 10,3 8-5,13 9 5,-10-6-27,18 5-7,-6-14-16,14-2 28,2-8 51,7-15-18,-24 1-10,4-17-1,-24-1 17,-2-26 1,-8 17 7,-7 7 1,-2 3 2,-3 9 40,-8-12-51,-1 24 0,-3 2-16,-6 15-12,4 10-50,-2 15 22,10-2-123,3 15-123,11-6-925,13 22-212,10-12 120,-6-22 1,2-3 708,13 2-415,20-11 577,-5-15 434,-20-3 1,1-4 360,27-14 298,-11-12 167,-12-7 118,-12-5-17,-11 4-117,-8 7-12,-6 10-627,-2 12-145,-1 5 1157,-1 11-1180,0 9 11,-5 21 12,4 5-3264,-1 14 3235,6-16-27,5 7 5,2-13 22,3 3 23,3-12 17,-4-12 27,6-10 3426,-2-12-3352,5-9 27,1-13 51,5-14-151,-9 13 94,12-15-133,-16 32-18,12-8-5,-1 17-5,4 6-1,1 5 23,4 15 11,0 15-34,-5-4-5,2 17 6,-14-7 5,-2-3 11,-2-4 17,-5-18 5,-2-7 102,2-8-102,-1-4 40,5-10-17,1-5-11,6-9-11,4-1 5,6 3 11,14 1-44,-9 12 10,7 8 1,1 3 0,-5 5 0,27 3-23,-25 10-5,-11 0-17,0 7 0,-2 3-84,-3 10-89,5 23-303,-26-15-140,-3-11-3255,-10 5 3051,3-15 0,2-3 0,5-10 0</inkml:trace>
  <inkml:trace contextRef="#ctx0" brushRef="#br0" timeOffset="40657">12705 4297 27673,'-1'-24'-1416,"-1"6"0,0 24 1,0-2-1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FF6E-7449-17F9-7E94-5593C8D8D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E402D-85BA-242F-7829-D4EB7862C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FC37F-3C99-9B4A-8179-0A97B8FC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D704-B5BF-2094-2810-B2FA48BF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ED31-C190-CAA0-85AC-6C140941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4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33EB-BE4A-F363-56C5-A4CDC031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EA851-3A78-C4DB-4CA0-BD1432E4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C464-4CF7-7052-2315-C38A8BF9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743C9-4436-8E3F-ED5A-8F183A00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1B903-AEE4-96F4-0572-766C6EA1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8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E7C-F256-890E-E14E-F0BE4383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70179-3D7C-0218-1AA2-24CDF0BFB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AE331-2F56-9CBB-95FA-B3FE43EB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2A228-BA90-B5E7-70F6-7B8446C3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C1E3A-AAE7-1B05-ED34-98A1F8F1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293F-901A-EAE6-CC8F-1C1B9349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1FA9-2F69-C547-7CEA-88E02F856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191A1-54B9-5B5A-13AE-A08C4D5EF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5E0F-ED5D-57F4-8AAA-09A5AB9F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21D45-CA79-B8D5-8AF7-1F06067A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E1AEF-A1F9-4C5C-8412-50F9D3FC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3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2DCB-AD96-7EEF-018B-4E0A9EEB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AC58D-8306-D7A8-4666-3D915474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2B799-4A66-4201-0DC2-6535C805F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E122D-E089-C1A7-2A7B-CD8A094BA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8E2A0-C275-0FAE-A289-39E0F7FC8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19DAE-10A6-C138-751A-81A40777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F21A4-12CE-A1C6-BED8-787B20E9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6030F-1F4F-85CB-CC3D-A99F6E94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3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81F3-9FC5-60B3-BA7A-BD91007C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C235-EFE4-8C48-D17A-C1C5F7F5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83C72-D63A-7F8E-3D5E-3EFA9569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5713C-638A-035F-B4B4-A6406CD7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7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6737D-408D-52F1-1F8D-54B11597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B0D4F-F064-1F09-6C68-82D9601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78432-A208-1FB2-E9FD-830DA804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21D1-FABE-9FBC-7274-9A05D715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BA8A-8AE2-34D1-B04E-E24986DCF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6E2E4-44E6-77A5-668B-686B98A6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CD82-76B6-B395-3E07-BA5732EA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AF0E4-1D5A-C217-0B14-B45BF1F1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FC224-83A3-88E6-6470-472ABEFA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F9F0-0196-9761-7DC8-0DA68A7D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9F422-41D0-C832-EEB6-FF969B96B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B8C0F-20AE-A196-D07C-337C3C965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283F3-F189-820E-2F5E-F8F46869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679F7-AC9C-3AF7-8770-22845C23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972FD-308C-17A0-1CD2-0CFB4A66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7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C37A-7ED9-B5B6-1EDB-FD8CFEE9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9C613-D334-D23E-E068-719D99F4B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8FB75-3D0F-20FF-585F-17EA37C9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36AB6-4F2B-0E81-E141-09120B1E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5FEB5-ACE4-87CE-EA2E-771EB3FA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1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639CB-2547-8866-0378-2EB605541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A05EA-F619-7822-43AF-EE22755BA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B50D-C3CD-0A2B-6041-F5D86509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A56A-FCB5-4EE6-E39E-055BB614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A982-6B95-1A57-8B98-5BBE01A0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1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C72B4-F855-A616-584F-CB501A37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AE40C-8F61-2375-B60F-3853E58BE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51EE-DA29-DFD4-B03A-13B7F731C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5B08A-D19B-534E-B021-402C23CF14C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A4377-F5E9-9099-0A30-A9ECAF2F2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9CF7-476B-A5A5-63EB-D779945C6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40BAB-F5F1-FD4A-8B1F-A9DE1183D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A853E8B4-E046-A3C9-2B69-B9C9ED1B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E6EB9E-4551-C24A-D1C9-21311B37937A}"/>
                  </a:ext>
                </a:extLst>
              </p14:cNvPr>
              <p14:cNvContentPartPr/>
              <p14:nvPr/>
            </p14:nvContentPartPr>
            <p14:xfrm>
              <a:off x="573120" y="238320"/>
              <a:ext cx="8127360" cy="5891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E6EB9E-4551-C24A-D1C9-21311B379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760" y="228960"/>
                <a:ext cx="8146080" cy="59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338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7FA28-0164-24AB-F261-41C07E12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937BDC-0286-2128-96D7-BE4F66AA6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0DD913FC-4005-97AE-C48A-AA8DCE71C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7670BB-81B8-89E1-6339-7912299886EB}"/>
                  </a:ext>
                </a:extLst>
              </p14:cNvPr>
              <p14:cNvContentPartPr/>
              <p14:nvPr/>
            </p14:nvContentPartPr>
            <p14:xfrm>
              <a:off x="158400" y="216360"/>
              <a:ext cx="11996640" cy="652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7670BB-81B8-89E1-6339-7912299886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040" y="207000"/>
                <a:ext cx="12015360" cy="65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941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9512F-DA53-CCA1-B7C6-08CB2E09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CC7584-C6C9-E98B-40AA-D7F9FCCF8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6CECA151-48F0-4BF0-673D-E64E8DA73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2F1CD2-C867-E6B5-7531-0914820F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58412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52E73E-77D0-1BF2-B771-01AD0DC61CDB}"/>
                  </a:ext>
                </a:extLst>
              </p14:cNvPr>
              <p14:cNvContentPartPr/>
              <p14:nvPr/>
            </p14:nvContentPartPr>
            <p14:xfrm>
              <a:off x="720720" y="338400"/>
              <a:ext cx="10853280" cy="328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52E73E-77D0-1BF2-B771-01AD0DC61C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360" y="329040"/>
                <a:ext cx="10872000" cy="330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245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7C95B-B3A6-6EAC-C933-306A60F4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DDB8BD-D84A-A97E-318C-4F747C00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FE838464-870C-D48A-1B21-FE4705CA0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1840E6-99D5-9098-A926-67A549DDC777}"/>
                  </a:ext>
                </a:extLst>
              </p14:cNvPr>
              <p14:cNvContentPartPr/>
              <p14:nvPr/>
            </p14:nvContentPartPr>
            <p14:xfrm>
              <a:off x="-360" y="137880"/>
              <a:ext cx="11858400" cy="621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1840E6-99D5-9098-A926-67A549DDC7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720" y="128520"/>
                <a:ext cx="11877120" cy="62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377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F2864-D5F9-4183-B4BD-ECF0E7CE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D6B657-3321-8A6C-1E46-E3D83F60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45AEF451-6BF9-6B4F-F76C-EBC9641B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8B0F05-72C7-A7BD-B6C1-042050EC66C3}"/>
                  </a:ext>
                </a:extLst>
              </p14:cNvPr>
              <p14:cNvContentPartPr/>
              <p14:nvPr/>
            </p14:nvContentPartPr>
            <p14:xfrm>
              <a:off x="476280" y="236160"/>
              <a:ext cx="11653920" cy="484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8B0F05-72C7-A7BD-B6C1-042050EC66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920" y="226800"/>
                <a:ext cx="11672640" cy="486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808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F55D9-97E5-1B17-9F5C-59534379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6BCB9A-AE9C-FC97-EF7E-D94385606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834FBD29-0DA5-26D5-3376-FECB934C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643B6E-91FB-1C1D-153E-871E8DEA16A8}"/>
                  </a:ext>
                </a:extLst>
              </p14:cNvPr>
              <p14:cNvContentPartPr/>
              <p14:nvPr/>
            </p14:nvContentPartPr>
            <p14:xfrm>
              <a:off x="115920" y="165600"/>
              <a:ext cx="10762560" cy="640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643B6E-91FB-1C1D-153E-871E8DEA16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60" y="156240"/>
                <a:ext cx="10781280" cy="64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482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6F112-C5D2-82A6-1605-6ADDED7B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11785B-E384-B6C2-D105-F191E2C2D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EA95DA7B-C27B-5D14-C4F1-441E3C24B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A78C06-C96B-EA7A-1DF0-551F4DD45E8F}"/>
                  </a:ext>
                </a:extLst>
              </p14:cNvPr>
              <p14:cNvContentPartPr/>
              <p14:nvPr/>
            </p14:nvContentPartPr>
            <p14:xfrm>
              <a:off x="210960" y="299160"/>
              <a:ext cx="11898000" cy="137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A78C06-C96B-EA7A-1DF0-551F4DD45E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600" y="289800"/>
                <a:ext cx="11916720" cy="13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400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2025-10-28T15:28:52Z</dcterms:created>
  <dcterms:modified xsi:type="dcterms:W3CDTF">2025-10-28T16:45:44Z</dcterms:modified>
</cp:coreProperties>
</file>